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7562850" cy="10688638"/>
  <p:notesSz cx="10688638" cy="756285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32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표지는 상품 사진 없이 타이포와 도형으로 구성. 상품 사진은 2~3면부터.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가격·입수·규격은 회사 및 대표 상품 소개서(2601ver)의 권장 판매가 표 기준. 최신 가격인지 확인 필요. 발등낮은 스마일은 표에 없어 [ ] 처리. 꿈돌이 야광 논슬립 등 성능 문구는 기존 상품 문구라 본문에서는 제품명만 사용. 사진 원본 해상도 낮음.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칫솔·치실은 refeeel 구강케어 라인(소개서 기준 상품). 가격은 소개서 권장가. 치실 리필 20개입 5,500원은 세트(4,900원)보다 비싸 확인 필요하여 제외. "폐기물 88% 감소" 등 환경 수치는 근거 확인 전이라 제외. 경쟁사 비교 사진도 제외.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연혁은 소개서(2601ver) 기준(소개서의 "2023.3 예비창업패키지"는 창립 이전이라 제외). 라라슈는 제품 사진이 아직 없어 사진 칸 비워둠. 성능(논슬립 등) 문구는 시험 결과 전까지 사용 금지. 납품처 실명 노출 여부는 대표님 판단.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E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MAKERS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3048" y="548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EE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BROCHURE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617720" y="1325880"/>
            <a:ext cx="2103120" cy="2103120"/>
          </a:xfrm>
          <a:prstGeom prst="ellipse">
            <a:avLst/>
          </a:prstGeom>
          <a:solidFill>
            <a:srgbClr val="E0E828"/>
          </a:solidFill>
          <a:ln w="12700">
            <a:solidFill>
              <a:srgbClr val="E0E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02352" y="1810512"/>
            <a:ext cx="1133856" cy="1133856"/>
          </a:xfrm>
          <a:prstGeom prst="ellipse">
            <a:avLst/>
          </a:prstGeom>
          <a:solidFill>
            <a:srgbClr val="181478"/>
          </a:solidFill>
          <a:ln w="12700">
            <a:solidFill>
              <a:srgbClr val="1814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3248" y="2121408"/>
            <a:ext cx="512064" cy="512064"/>
          </a:xfrm>
          <a:prstGeom prst="ellipse">
            <a:avLst/>
          </a:prstGeom>
          <a:solidFill>
            <a:srgbClr val="E0E828"/>
          </a:solidFill>
          <a:ln w="12700">
            <a:solidFill>
              <a:srgbClr val="E0E8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3063240"/>
            <a:ext cx="1005840" cy="1005840"/>
          </a:xfrm>
          <a:prstGeom prst="ellipse">
            <a:avLst/>
          </a:prstGeom>
          <a:solidFill>
            <a:srgbClr val="FF6A48"/>
          </a:solidFill>
          <a:ln w="12700">
            <a:solidFill>
              <a:srgbClr val="FF6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44952" y="3364992"/>
            <a:ext cx="402336" cy="402336"/>
          </a:xfrm>
          <a:prstGeom prst="ellipse">
            <a:avLst/>
          </a:prstGeom>
          <a:solidFill>
            <a:srgbClr val="181478"/>
          </a:solidFill>
          <a:ln w="12700">
            <a:solidFill>
              <a:srgbClr val="1814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5650C4"/>
          </a:solidFill>
          <a:ln w="12700">
            <a:solidFill>
              <a:srgbClr val="5650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572000"/>
            <a:ext cx="64648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EEEC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것의</a:t>
            </a:r>
            <a:endParaRPr lang="en-US" sz="6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EEEC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모양.</a:t>
            </a:r>
            <a:endParaRPr lang="en-US" sz="6000" dirty="0"/>
          </a:p>
        </p:txBody>
      </p:sp>
      <p:sp>
        <p:nvSpPr>
          <p:cNvPr id="11" name="Shape 9"/>
          <p:cNvSpPr/>
          <p:nvPr/>
        </p:nvSpPr>
        <p:spPr>
          <a:xfrm>
            <a:off x="548640" y="7086600"/>
            <a:ext cx="822960" cy="54864"/>
          </a:xfrm>
          <a:prstGeom prst="rect">
            <a:avLst/>
          </a:prstGeom>
          <a:solidFill>
            <a:srgbClr val="E0E828"/>
          </a:solidFill>
          <a:ln w="12700">
            <a:solidFill>
              <a:srgbClr val="E0E8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7406640"/>
            <a:ext cx="6464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E0E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 Play</a:t>
            </a:r>
            <a:r>
              <a:rPr lang="en-US" sz="1200" dirty="0">
                <a:solidFill>
                  <a:srgbClr val="EEEC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욕실에 즐거움을 쌓다</a:t>
            </a:r>
            <a:endParaRPr lang="en-US" sz="14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E0E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RhaRa Shoe</a:t>
            </a:r>
            <a:r>
              <a:rPr lang="en-US" sz="1050" kern="0" spc="150" dirty="0">
                <a:solidFill>
                  <a:srgbClr val="EE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r>
              <a:rPr lang="ko-KR" altLang="en-US" sz="1100" kern="0" spc="150" dirty="0">
                <a:solidFill>
                  <a:srgbClr val="EE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오래 서 있는 사람들을 위한 </a:t>
            </a:r>
            <a:r>
              <a:rPr lang="ko-KR" altLang="en-US" sz="1100" kern="0" spc="150" dirty="0" err="1">
                <a:solidFill>
                  <a:srgbClr val="EE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풋케어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33182" y="10139998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EEC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㈜알앤디메이커스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42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 PLAY  ·  BATHROOM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81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욕실에 즐거움을 쌓다</a:t>
            </a:r>
            <a:endParaRPr lang="en-US" sz="2800" dirty="0"/>
          </a:p>
        </p:txBody>
      </p:sp>
      <p:pic>
        <p:nvPicPr>
          <p:cNvPr id="4" name="Image 0" descr="퀼트패턴 스마일 욕실화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3108960" cy="1874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81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퀼트패턴 스마일 욕실화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67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275mm · 차콜 / 네이비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A6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권장가 3,900원  ·  박스 18개  ·  한국산</a:t>
            </a:r>
            <a:endParaRPr lang="en-US" sz="950" dirty="0"/>
          </a:p>
        </p:txBody>
      </p:sp>
      <p:pic>
        <p:nvPicPr>
          <p:cNvPr id="7" name="Image 1" descr="발등낮은 스마일 욕실화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488" y="1508760"/>
            <a:ext cx="3108960" cy="1874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904488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81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발등낮은 스마일 욕실화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3904488" y="3767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[규격 · 컬러]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권장가 [권장가]  ·  박스 [입수]  ·  한국산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489204" y="5057335"/>
            <a:ext cx="6830568" cy="179364"/>
          </a:xfrm>
          <a:prstGeom prst="rect">
            <a:avLst/>
          </a:prstGeom>
          <a:solidFill>
            <a:srgbClr val="F1F0FA"/>
          </a:solidFill>
          <a:ln w="12700">
            <a:solidFill>
              <a:srgbClr val="F1F0FA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3834149" y="86706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42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2067951" y="4462272"/>
            <a:ext cx="436485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81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실크벽지와 </a:t>
            </a:r>
            <a:r>
              <a:rPr lang="en-US" sz="1400" b="1" dirty="0" err="1">
                <a:solidFill>
                  <a:srgbClr val="181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PVC를</a:t>
            </a:r>
            <a:r>
              <a:rPr lang="en-US" sz="1400" b="1" dirty="0">
                <a:solidFill>
                  <a:srgbClr val="181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b="1" dirty="0" err="1">
                <a:solidFill>
                  <a:srgbClr val="181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분리해</a:t>
            </a:r>
            <a:r>
              <a:rPr lang="en-US" sz="1400" b="1" dirty="0">
                <a:solidFill>
                  <a:srgbClr val="181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b="1" dirty="0" err="1">
                <a:solidFill>
                  <a:srgbClr val="181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업사이클링한</a:t>
            </a:r>
            <a:r>
              <a:rPr lang="en-US" sz="1400" b="1" dirty="0">
                <a:solidFill>
                  <a:srgbClr val="181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원료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2132662" y="4828735"/>
            <a:ext cx="42354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욕실화 한국 제조 · 다이소 전국 매장 입점 (2023.09~)</a:t>
            </a:r>
            <a:endParaRPr lang="en-US" sz="95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10168128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MAKERS   02 / 04</a:t>
            </a:r>
            <a:endParaRPr lang="en-US" sz="800" dirty="0"/>
          </a:p>
        </p:txBody>
      </p:sp>
      <p:pic>
        <p:nvPicPr>
          <p:cNvPr id="25" name="Image 0" descr="나이스샷 '왕모' 칫솔">
            <a:extLst>
              <a:ext uri="{FF2B5EF4-FFF2-40B4-BE49-F238E27FC236}">
                <a16:creationId xmlns:a16="http://schemas.microsoft.com/office/drawing/2014/main" id="{3D02CCB6-F062-7111-48AC-0022D8AF3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048" y="5464951"/>
            <a:ext cx="2926080" cy="1920240"/>
          </a:xfrm>
          <a:prstGeom prst="rect">
            <a:avLst/>
          </a:prstGeom>
        </p:spPr>
      </p:pic>
      <p:pic>
        <p:nvPicPr>
          <p:cNvPr id="27" name="Image 2" descr="어금니까지 쑥쑥 칫솔형 치실">
            <a:extLst>
              <a:ext uri="{FF2B5EF4-FFF2-40B4-BE49-F238E27FC236}">
                <a16:creationId xmlns:a16="http://schemas.microsoft.com/office/drawing/2014/main" id="{0874E702-CEB8-629D-7F75-4B8454B177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911" y="5364011"/>
            <a:ext cx="2926080" cy="1920240"/>
          </a:xfrm>
          <a:prstGeom prst="rect">
            <a:avLst/>
          </a:prstGeom>
        </p:spPr>
      </p:pic>
      <p:pic>
        <p:nvPicPr>
          <p:cNvPr id="29" name="Image 3" descr="CXP 펠릿">
            <a:extLst>
              <a:ext uri="{FF2B5EF4-FFF2-40B4-BE49-F238E27FC236}">
                <a16:creationId xmlns:a16="http://schemas.microsoft.com/office/drawing/2014/main" id="{BFEFAF69-7CE0-3089-DAB5-4BAC392E57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3612" y="8985034"/>
            <a:ext cx="1541678" cy="1097280"/>
          </a:xfrm>
          <a:prstGeom prst="rect">
            <a:avLst/>
          </a:prstGeom>
        </p:spPr>
      </p:pic>
      <p:sp>
        <p:nvSpPr>
          <p:cNvPr id="31" name="Text 12">
            <a:extLst>
              <a:ext uri="{FF2B5EF4-FFF2-40B4-BE49-F238E27FC236}">
                <a16:creationId xmlns:a16="http://schemas.microsoft.com/office/drawing/2014/main" id="{454D6412-580B-E2CA-2800-0D45968F2BEC}"/>
              </a:ext>
            </a:extLst>
          </p:cNvPr>
          <p:cNvSpPr txBox="1"/>
          <p:nvPr/>
        </p:nvSpPr>
        <p:spPr>
          <a:xfrm>
            <a:off x="5458968" y="908210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1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CXP</a:t>
            </a:r>
            <a:endParaRPr lang="en-US" sz="14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3C737A32-0E65-1D83-8BB2-D44D8BAB22E7}"/>
              </a:ext>
            </a:extLst>
          </p:cNvPr>
          <p:cNvSpPr txBox="1"/>
          <p:nvPr/>
        </p:nvSpPr>
        <p:spPr>
          <a:xfrm>
            <a:off x="5391302" y="9388778"/>
            <a:ext cx="4270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임업부산물(목재)을 활용한 복합소재.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 err="1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칫솔</a:t>
            </a:r>
            <a:r>
              <a:rPr lang="en-US" sz="1000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치실 </a:t>
            </a:r>
            <a:r>
              <a:rPr lang="en-US" sz="1000" dirty="0" err="1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핸들에</a:t>
            </a:r>
            <a:r>
              <a:rPr lang="en-US" sz="1000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쓰</a:t>
            </a:r>
            <a:endParaRPr lang="en-US" sz="100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14D0D31F-5E3E-0C6D-16FD-5AC07381D42C}"/>
              </a:ext>
            </a:extLst>
          </p:cNvPr>
          <p:cNvSpPr txBox="1"/>
          <p:nvPr/>
        </p:nvSpPr>
        <p:spPr>
          <a:xfrm>
            <a:off x="548640" y="8245777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81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어금니까지</a:t>
            </a:r>
            <a:r>
              <a:rPr lang="en-US" sz="1500" b="1" dirty="0">
                <a:solidFill>
                  <a:srgbClr val="181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500" b="1" dirty="0">
                <a:solidFill>
                  <a:srgbClr val="181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쏙쏙</a:t>
            </a:r>
            <a:r>
              <a:rPr lang="en-US" sz="1500" b="1" dirty="0">
                <a:solidFill>
                  <a:srgbClr val="181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칫솔형 치실</a:t>
            </a:r>
            <a:endParaRPr lang="en-US" sz="15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2D905CDE-A436-2D35-894E-CC8727919E5C}"/>
              </a:ext>
            </a:extLst>
          </p:cNvPr>
          <p:cNvSpPr txBox="1"/>
          <p:nvPr/>
        </p:nvSpPr>
        <p:spPr>
          <a:xfrm>
            <a:off x="569741" y="9027941"/>
            <a:ext cx="3264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ㄱ자형 헤드 · 칫솔처럼 쥐는 핸들</a:t>
            </a:r>
            <a:endParaRPr lang="en-US" sz="950" dirty="0"/>
          </a:p>
          <a:p>
            <a:pPr marL="127000" indent="-127000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리필 20개입 교체형</a:t>
            </a:r>
            <a:endParaRPr lang="en-US" sz="950" dirty="0"/>
          </a:p>
          <a:p>
            <a:pPr marL="127000" indent="-127000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PEFC 인증 목재 사용 (소개서 기준)  [확인]</a:t>
            </a:r>
            <a:endParaRPr lang="en-US" sz="95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5BF66E7D-424E-F68B-852D-27C3F591322F}"/>
              </a:ext>
            </a:extLst>
          </p:cNvPr>
          <p:cNvSpPr txBox="1"/>
          <p:nvPr/>
        </p:nvSpPr>
        <p:spPr>
          <a:xfrm>
            <a:off x="569741" y="10170941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42E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1세트(핸들 + 리필 20개입) 4,900원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400" dirty="0" err="1">
                <a:solidFill>
                  <a:srgbClr val="342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Rhara</a:t>
            </a:r>
            <a:r>
              <a:rPr lang="en-US" sz="1000" b="1" kern="0" spc="400" dirty="0">
                <a:solidFill>
                  <a:srgbClr val="342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Shoe  ·  Foot CARE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81478"/>
                </a:solidFill>
                <a:latin typeface="맑은 고딕" pitchFamily="34" charset="0"/>
                <a:ea typeface="맑은 고딕" pitchFamily="34" charset="-122"/>
              </a:rPr>
              <a:t>오래 서 있는 사람들을 위한 </a:t>
            </a:r>
            <a:endParaRPr lang="en-US" sz="28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10168128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MAKERS   03 / 04</a:t>
            </a:r>
            <a:endParaRPr lang="en-US" sz="8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74A512D-BDB3-134D-AF84-504F46837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57" y="2106047"/>
            <a:ext cx="3116647" cy="323827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695BD565-37D8-551F-E8D6-01830DA67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709" y="3709545"/>
            <a:ext cx="4127990" cy="1634774"/>
          </a:xfrm>
          <a:prstGeom prst="rect">
            <a:avLst/>
          </a:prstGeom>
        </p:spPr>
      </p:pic>
      <p:pic>
        <p:nvPicPr>
          <p:cNvPr id="37" name="밑창 그립 패드" descr="tile-outsole.png">
            <a:extLst>
              <a:ext uri="{FF2B5EF4-FFF2-40B4-BE49-F238E27FC236}">
                <a16:creationId xmlns:a16="http://schemas.microsoft.com/office/drawing/2014/main" id="{1F4BB5A1-721C-9D0B-ADD4-06DC657C6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9093" y="2179311"/>
            <a:ext cx="2889504" cy="1179881"/>
          </a:xfrm>
          <a:prstGeom prst="rect">
            <a:avLst/>
          </a:prstGeom>
        </p:spPr>
      </p:pic>
      <p:pic>
        <p:nvPicPr>
          <p:cNvPr id="39" name="인솔(실물 리터칭)" descr="tile-insole.png">
            <a:extLst>
              <a:ext uri="{FF2B5EF4-FFF2-40B4-BE49-F238E27FC236}">
                <a16:creationId xmlns:a16="http://schemas.microsoft.com/office/drawing/2014/main" id="{4C8EBECD-2B90-EB86-D4D2-91663C089A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151" y="6466212"/>
            <a:ext cx="2867558" cy="1792224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5F96E10E-AEA4-0593-64A6-6C659A5BBE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0916" y="8063005"/>
            <a:ext cx="4922783" cy="17569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E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COMPANY  ·  CONTACT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6464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EEEC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알앤디메이커스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0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0E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80560"/>
            <a:ext cx="2033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E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46320"/>
            <a:ext cx="20330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㈜알앤디메이커스 창립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다이소 전국 매장 입점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764536" y="4480560"/>
            <a:ext cx="2033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E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64536" y="4846320"/>
            <a:ext cx="20330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환경부 새활용지원사업 진행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오피스디포 · 오피스웨이 납품 계약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대전시 서구청 욕실화 기부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중국 첫 수출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980432" y="4480560"/>
            <a:ext cx="2033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E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80432" y="4846320"/>
            <a:ext cx="20330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상표권 및 BM 특허 출원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대전시 꿈돌이 캐릭터 라이센싱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롯데패키징앤솔루션 · 서브원 납품 계약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8092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0E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83667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EEEC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㈜알앤디메이커스  신동규 대표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EEC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대전시 유성구 국제과학7로 8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EEC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  010-6880-2516    E  rndceo@rndmakers.kr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EEC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www.rndmakers.kr    Instagram @re.feeel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10168128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D8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MAKERS   04 / 04</a:t>
            </a:r>
            <a:endParaRPr lang="en-US" sz="800" dirty="0"/>
          </a:p>
        </p:txBody>
      </p:sp>
      <p:pic>
        <p:nvPicPr>
          <p:cNvPr id="27" name="QR" descr="qr-onepager.png">
            <a:extLst>
              <a:ext uri="{FF2B5EF4-FFF2-40B4-BE49-F238E27FC236}">
                <a16:creationId xmlns:a16="http://schemas.microsoft.com/office/drawing/2014/main" id="{38C3FFE4-70CC-D329-42A6-DE2C55D2C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063" y="8249735"/>
            <a:ext cx="1013753" cy="10137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사용자 지정</PresentationFormat>
  <Paragraphs>59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YONG JOO SHIN</dc:creator>
  <cp:lastModifiedBy>YONG JOO SHIN</cp:lastModifiedBy>
  <cp:revision>1</cp:revision>
  <dcterms:modified xsi:type="dcterms:W3CDTF">2026-10-05T09:11:48Z</dcterms:modified>
</cp:coreProperties>
</file>