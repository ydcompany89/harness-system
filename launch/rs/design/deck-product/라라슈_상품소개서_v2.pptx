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14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088A51DA-D355-0B66-1CC4-9073EDFC0BC6}">
          <p14:sldIdLst>
            <p14:sldId id="256"/>
          </p14:sldIdLst>
        </p14:section>
        <p14:section name="브랜드" id="{124FEE83-BADF-E6E5-2078-280901E393B5}">
          <p14:sldIdLst>
            <p14:sldId id="257"/>
            <p14:sldId id="261"/>
          </p14:sldIdLst>
        </p14:section>
        <p14:section name="제품" id="{9FD4298E-CD35-DF57-A61E-7BD13495679F}">
          <p14:sldIdLst>
            <p14:sldId id="258"/>
            <p14:sldId id="259"/>
          </p14:sldIdLst>
        </p14:section>
        <p14:section name="런칭" id="{4E7C32EE-4791-2420-A35A-BD0C50CBBB7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143528-300D-429F-8C34-BD220DAD19F3}" v="17" dt="2026-10-18T14:19:43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  <Relationship Id="rId14" Type="http://schemas.openxmlformats.org/officeDocument/2006/relationships/slide" Target="slides/slide6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규 신" userId="9451f38227a1e608" providerId="LiveId" clId="{C4E73FD8-FF41-4E92-8002-FAB1586A46A4}"/>
    <pc:docChg chg="custSel modSld">
      <pc:chgData name="동규 신" userId="9451f38227a1e608" providerId="LiveId" clId="{C4E73FD8-FF41-4E92-8002-FAB1586A46A4}" dt="2026-10-18T14:20:44.361" v="401" actId="478"/>
      <pc:docMkLst>
        <pc:docMk/>
      </pc:docMkLst>
      <pc:sldChg chg="delSp modSp mod">
        <pc:chgData name="동규 신" userId="9451f38227a1e608" providerId="LiveId" clId="{C4E73FD8-FF41-4E92-8002-FAB1586A46A4}" dt="2026-10-18T14:17:56.154" v="317" actId="20577"/>
        <pc:sldMkLst>
          <pc:docMk/>
          <pc:sldMk cId="0" sldId="256"/>
        </pc:sldMkLst>
        <pc:spChg chg="mod">
          <ac:chgData name="동규 신" userId="9451f38227a1e608" providerId="LiveId" clId="{C4E73FD8-FF41-4E92-8002-FAB1586A46A4}" dt="2026-10-18T14:17:39.286" v="31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동규 신" userId="9451f38227a1e608" providerId="LiveId" clId="{C4E73FD8-FF41-4E92-8002-FAB1586A46A4}" dt="2026-10-18T14:17:42.617" v="311" actId="1076"/>
          <ac:spMkLst>
            <pc:docMk/>
            <pc:sldMk cId="0" sldId="256"/>
            <ac:spMk id="5" creationId="{00000000-0000-0000-0000-000000000000}"/>
          </ac:spMkLst>
        </pc:spChg>
        <pc:spChg chg="del">
          <ac:chgData name="동규 신" userId="9451f38227a1e608" providerId="LiveId" clId="{C4E73FD8-FF41-4E92-8002-FAB1586A46A4}" dt="2026-10-18T14:16:48.752" v="303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동규 신" userId="9451f38227a1e608" providerId="LiveId" clId="{C4E73FD8-FF41-4E92-8002-FAB1586A46A4}" dt="2026-10-18T14:17:25.170" v="308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동규 신" userId="9451f38227a1e608" providerId="LiveId" clId="{C4E73FD8-FF41-4E92-8002-FAB1586A46A4}" dt="2026-10-18T14:16:52.491" v="304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동규 신" userId="9451f38227a1e608" providerId="LiveId" clId="{C4E73FD8-FF41-4E92-8002-FAB1586A46A4}" dt="2026-10-18T14:17:09.243" v="305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동규 신" userId="9451f38227a1e608" providerId="LiveId" clId="{C4E73FD8-FF41-4E92-8002-FAB1586A46A4}" dt="2026-10-18T14:17:11.671" v="306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동규 신" userId="9451f38227a1e608" providerId="LiveId" clId="{C4E73FD8-FF41-4E92-8002-FAB1586A46A4}" dt="2026-10-18T14:17:13.588" v="307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동규 신" userId="9451f38227a1e608" providerId="LiveId" clId="{C4E73FD8-FF41-4E92-8002-FAB1586A46A4}" dt="2026-10-18T14:17:56.154" v="317" actId="20577"/>
          <ac:spMkLst>
            <pc:docMk/>
            <pc:sldMk cId="0" sldId="256"/>
            <ac:spMk id="19" creationId="{00000000-0000-0000-0000-000000000000}"/>
          </ac:spMkLst>
        </pc:spChg>
        <pc:picChg chg="mod">
          <ac:chgData name="동규 신" userId="9451f38227a1e608" providerId="LiveId" clId="{C4E73FD8-FF41-4E92-8002-FAB1586A46A4}" dt="2026-10-18T14:17:45.986" v="312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">
        <pc:chgData name="동규 신" userId="9451f38227a1e608" providerId="LiveId" clId="{C4E73FD8-FF41-4E92-8002-FAB1586A46A4}" dt="2026-10-18T14:18:23.967" v="325" actId="478"/>
        <pc:sldMkLst>
          <pc:docMk/>
          <pc:sldMk cId="0" sldId="257"/>
        </pc:sldMkLst>
        <pc:spChg chg="del mod">
          <ac:chgData name="동규 신" userId="9451f38227a1e608" providerId="LiveId" clId="{C4E73FD8-FF41-4E92-8002-FAB1586A46A4}" dt="2026-10-18T14:18:23.967" v="325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동규 신" userId="9451f38227a1e608" providerId="LiveId" clId="{C4E73FD8-FF41-4E92-8002-FAB1586A46A4}" dt="2026-10-18T13:55:12.637" v="5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동규 신" userId="9451f38227a1e608" providerId="LiveId" clId="{C4E73FD8-FF41-4E92-8002-FAB1586A46A4}" dt="2026-10-18T13:56:15.034" v="166" actId="20577"/>
          <ac:spMkLst>
            <pc:docMk/>
            <pc:sldMk cId="0" sldId="257"/>
            <ac:spMk id="13" creationId="{00000000-0000-0000-0000-000000000000}"/>
          </ac:spMkLst>
        </pc:spChg>
        <pc:spChg chg="add mod">
          <ac:chgData name="동규 신" userId="9451f38227a1e608" providerId="LiveId" clId="{C4E73FD8-FF41-4E92-8002-FAB1586A46A4}" dt="2026-10-18T14:09:27.839" v="267" actId="207"/>
          <ac:spMkLst>
            <pc:docMk/>
            <pc:sldMk cId="0" sldId="257"/>
            <ac:spMk id="19" creationId="{31B8E713-41C1-9FCF-CCA0-D3AEFA1EB161}"/>
          </ac:spMkLst>
        </pc:spChg>
      </pc:sldChg>
      <pc:sldChg chg="addSp delSp modSp mod">
        <pc:chgData name="동규 신" userId="9451f38227a1e608" providerId="LiveId" clId="{C4E73FD8-FF41-4E92-8002-FAB1586A46A4}" dt="2026-10-18T14:19:43.530" v="395" actId="20577"/>
        <pc:sldMkLst>
          <pc:docMk/>
          <pc:sldMk cId="0" sldId="258"/>
        </pc:sldMkLst>
        <pc:spChg chg="mod">
          <ac:chgData name="동규 신" userId="9451f38227a1e608" providerId="LiveId" clId="{C4E73FD8-FF41-4E92-8002-FAB1586A46A4}" dt="2026-10-18T13:59:03.392" v="169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동규 신" userId="9451f38227a1e608" providerId="LiveId" clId="{C4E73FD8-FF41-4E92-8002-FAB1586A46A4}" dt="2026-10-18T14:19:03.738" v="348"/>
          <ac:spMkLst>
            <pc:docMk/>
            <pc:sldMk cId="0" sldId="258"/>
            <ac:spMk id="7" creationId="{00000000-0000-0000-0000-000000000000}"/>
          </ac:spMkLst>
        </pc:spChg>
        <pc:spChg chg="del">
          <ac:chgData name="동규 신" userId="9451f38227a1e608" providerId="LiveId" clId="{C4E73FD8-FF41-4E92-8002-FAB1586A46A4}" dt="2026-10-18T14:15:57.724" v="275" actId="478"/>
          <ac:spMkLst>
            <pc:docMk/>
            <pc:sldMk cId="0" sldId="258"/>
            <ac:spMk id="18" creationId="{00000000-0000-0000-0000-000000000000}"/>
          </ac:spMkLst>
        </pc:spChg>
        <pc:spChg chg="add">
          <ac:chgData name="동규 신" userId="9451f38227a1e608" providerId="LiveId" clId="{C4E73FD8-FF41-4E92-8002-FAB1586A46A4}" dt="2026-10-18T14:09:43.044" v="268" actId="22"/>
          <ac:spMkLst>
            <pc:docMk/>
            <pc:sldMk cId="0" sldId="258"/>
            <ac:spMk id="20" creationId="{F949398A-E656-E7E9-95C4-97EFA543F53C}"/>
          </ac:spMkLst>
        </pc:spChg>
        <pc:graphicFrameChg chg="mod modGraphic">
          <ac:chgData name="동규 신" userId="9451f38227a1e608" providerId="LiveId" clId="{C4E73FD8-FF41-4E92-8002-FAB1586A46A4}" dt="2026-10-18T14:19:43.530" v="395" actId="20577"/>
          <ac:graphicFrameMkLst>
            <pc:docMk/>
            <pc:sldMk cId="0" sldId="258"/>
            <ac:graphicFrameMk id="17" creationId="{00000000-0000-0000-0000-000000000000}"/>
          </ac:graphicFrameMkLst>
        </pc:graphicFrameChg>
        <pc:picChg chg="del">
          <ac:chgData name="동규 신" userId="9451f38227a1e608" providerId="LiveId" clId="{C4E73FD8-FF41-4E92-8002-FAB1586A46A4}" dt="2026-10-18T14:08:13.781" v="227" actId="478"/>
          <ac:picMkLst>
            <pc:docMk/>
            <pc:sldMk cId="0" sldId="258"/>
            <ac:picMk id="3" creationId="{00000000-0000-0000-0000-000000000000}"/>
          </ac:picMkLst>
        </pc:picChg>
        <pc:picChg chg="add mod">
          <ac:chgData name="동규 신" userId="9451f38227a1e608" providerId="LiveId" clId="{C4E73FD8-FF41-4E92-8002-FAB1586A46A4}" dt="2026-10-18T14:15:59.971" v="276" actId="1076"/>
          <ac:picMkLst>
            <pc:docMk/>
            <pc:sldMk cId="0" sldId="258"/>
            <ac:picMk id="22" creationId="{F09750AC-8437-D7E3-CFCE-37761EF9BAAF}"/>
          </ac:picMkLst>
        </pc:picChg>
      </pc:sldChg>
      <pc:sldChg chg="addSp delSp modSp mod">
        <pc:chgData name="동규 신" userId="9451f38227a1e608" providerId="LiveId" clId="{C4E73FD8-FF41-4E92-8002-FAB1586A46A4}" dt="2026-10-18T14:20:44.361" v="401" actId="478"/>
        <pc:sldMkLst>
          <pc:docMk/>
          <pc:sldMk cId="0" sldId="259"/>
        </pc:sldMkLst>
        <pc:spChg chg="del">
          <ac:chgData name="동규 신" userId="9451f38227a1e608" providerId="LiveId" clId="{C4E73FD8-FF41-4E92-8002-FAB1586A46A4}" dt="2026-10-18T14:20:44.361" v="401" actId="478"/>
          <ac:spMkLst>
            <pc:docMk/>
            <pc:sldMk cId="0" sldId="259"/>
            <ac:spMk id="18" creationId="{00000000-0000-0000-0000-000000000000}"/>
          </ac:spMkLst>
        </pc:spChg>
        <pc:spChg chg="add">
          <ac:chgData name="동규 신" userId="9451f38227a1e608" providerId="LiveId" clId="{C4E73FD8-FF41-4E92-8002-FAB1586A46A4}" dt="2026-10-18T14:09:45.692" v="269" actId="22"/>
          <ac:spMkLst>
            <pc:docMk/>
            <pc:sldMk cId="0" sldId="259"/>
            <ac:spMk id="20" creationId="{9E125027-D512-6A84-E728-8FCC5A77E5B4}"/>
          </ac:spMkLst>
        </pc:spChg>
        <pc:graphicFrameChg chg="modGraphic">
          <ac:chgData name="동규 신" userId="9451f38227a1e608" providerId="LiveId" clId="{C4E73FD8-FF41-4E92-8002-FAB1586A46A4}" dt="2026-10-18T14:20:13.578" v="400" actId="20577"/>
          <ac:graphicFrameMkLst>
            <pc:docMk/>
            <pc:sldMk cId="0" sldId="259"/>
            <ac:graphicFrameMk id="17" creationId="{00000000-0000-0000-0000-000000000000}"/>
          </ac:graphicFrameMkLst>
        </pc:graphicFrameChg>
      </pc:sldChg>
      <pc:sldChg chg="addSp modSp mod">
        <pc:chgData name="동규 신" userId="9451f38227a1e608" providerId="LiveId" clId="{C4E73FD8-FF41-4E92-8002-FAB1586A46A4}" dt="2026-10-18T14:09:48.544" v="270" actId="22"/>
        <pc:sldMkLst>
          <pc:docMk/>
          <pc:sldMk cId="0" sldId="260"/>
        </pc:sldMkLst>
        <pc:spChg chg="mod">
          <ac:chgData name="동규 신" userId="9451f38227a1e608" providerId="LiveId" clId="{C4E73FD8-FF41-4E92-8002-FAB1586A46A4}" dt="2026-10-18T14:00:17.088" v="213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동규 신" userId="9451f38227a1e608" providerId="LiveId" clId="{C4E73FD8-FF41-4E92-8002-FAB1586A46A4}" dt="2026-10-18T14:00:12.820" v="192"/>
          <ac:spMkLst>
            <pc:docMk/>
            <pc:sldMk cId="0" sldId="260"/>
            <ac:spMk id="14" creationId="{00000000-0000-0000-0000-000000000000}"/>
          </ac:spMkLst>
        </pc:spChg>
        <pc:spChg chg="mod">
          <ac:chgData name="동규 신" userId="9451f38227a1e608" providerId="LiveId" clId="{C4E73FD8-FF41-4E92-8002-FAB1586A46A4}" dt="2026-10-18T14:01:04.294" v="217" actId="6549"/>
          <ac:spMkLst>
            <pc:docMk/>
            <pc:sldMk cId="0" sldId="260"/>
            <ac:spMk id="22" creationId="{00000000-0000-0000-0000-000000000000}"/>
          </ac:spMkLst>
        </pc:spChg>
        <pc:spChg chg="add">
          <ac:chgData name="동규 신" userId="9451f38227a1e608" providerId="LiveId" clId="{C4E73FD8-FF41-4E92-8002-FAB1586A46A4}" dt="2026-10-18T14:09:48.544" v="270" actId="22"/>
          <ac:spMkLst>
            <pc:docMk/>
            <pc:sldMk cId="0" sldId="260"/>
            <ac:spMk id="26" creationId="{AE854B68-033C-C17A-CEE4-CC1A4204EF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29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카드 02의 리타이어렌은 상표 출원 단계(등록 아님). 카드 03의 전문의는 설계 자문 사실만 표기.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문구는 구조 설명만 표기. 컬러명은 행택 품질표시와 통일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제품은 의료기기가 아님. 반굽 ±5% 사출 편차.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RhaRa Shoe 라라슈  ·  ㈜알앤디메이커스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ckup" descr="/home/user/harness-system/launch/rs/design/fair-print/assets/rs-lockup-l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40495" cy="45884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Made for Standing.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483137" y="307238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라라슈 상품소개서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83137" y="2295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서서 일하는 하루를 위한 신발과 인솔</a:t>
            </a:r>
            <a:endParaRPr lang="en-US" sz="1600" dirty="0"/>
          </a:p>
        </p:txBody>
      </p:sp>
      <p:sp>
        <p:nvSpPr>
          <p:cNvPr id="12" name="halo"/>
          <p:cNvSpPr/>
          <p:nvPr/>
        </p:nvSpPr>
        <p:spPr>
          <a:xfrm>
            <a:off x="5394960" y="548640"/>
            <a:ext cx="3566160" cy="3566160"/>
          </a:xfrm>
          <a:prstGeom prst="ellipse">
            <a:avLst/>
          </a:prstGeom>
          <a:solidFill>
            <a:srgbClr val="1C220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walking" descr="/home/user/harness-system/launch/rs/design/fair-print/assets/walking-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640080"/>
            <a:ext cx="2606040" cy="3163824"/>
          </a:xfrm>
          <a:prstGeom prst="rect">
            <a:avLst/>
          </a:prstGeom>
        </p:spPr>
      </p:pic>
      <p:pic>
        <p:nvPicPr>
          <p:cNvPr id="14" name="insole" descr="/home/user/harness-system/launch/rs/design/fair-print/assets/insole-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743200"/>
            <a:ext cx="1691640" cy="1444752"/>
          </a:xfrm>
          <a:prstGeom prst="rect">
            <a:avLst/>
          </a:prstGeom>
        </p:spPr>
      </p:pic>
      <p:sp>
        <p:nvSpPr>
          <p:cNvPr id="15" name="dot0"/>
          <p:cNvSpPr/>
          <p:nvPr/>
        </p:nvSpPr>
        <p:spPr>
          <a:xfrm>
            <a:off x="5715000" y="43434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dot1"/>
          <p:cNvSpPr/>
          <p:nvPr/>
        </p:nvSpPr>
        <p:spPr>
          <a:xfrm>
            <a:off x="5925312" y="43434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dot2"/>
          <p:cNvSpPr/>
          <p:nvPr/>
        </p:nvSpPr>
        <p:spPr>
          <a:xfrm>
            <a:off x="6135624" y="43434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dot3"/>
          <p:cNvSpPr/>
          <p:nvPr/>
        </p:nvSpPr>
        <p:spPr>
          <a:xfrm>
            <a:off x="6345936" y="434340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571500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㈜</a:t>
            </a:r>
            <a:r>
              <a:rPr lang="ko-KR" altLang="en-US" sz="1000" dirty="0" err="1">
                <a:solidFill>
                  <a:schemeClr val="accent3"/>
                </a:solidFill>
              </a:rPr>
              <a:t>라라슈</a:t>
            </a:r>
            <a:r>
              <a:rPr lang="en-US" sz="1000" dirty="0">
                <a:solidFill>
                  <a:schemeClr val="accent3"/>
                </a:solidFill>
              </a:rPr>
              <a:t> · 2026.10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서서 일하는 사람의 발에서 시작했습니다</a:t>
            </a:r>
            <a:endParaRPr lang="en-US" sz="2800" dirty="0"/>
          </a:p>
        </p:txBody>
      </p:sp>
      <p:sp>
        <p:nvSpPr>
          <p:cNvPr id="4" name="card01"/>
          <p:cNvSpPr/>
          <p:nvPr/>
        </p:nvSpPr>
        <p:spPr>
          <a:xfrm>
            <a:off x="457200" y="178308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현장에서 출발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식당·주방·매장처럼 오래 서서 일하는 사람이 기준입니다. 기능보다 먼저 하루의 동선을 봤습니다.</a:t>
            </a:r>
            <a:endParaRPr lang="en-US" sz="1200" dirty="0"/>
          </a:p>
        </p:txBody>
      </p:sp>
      <p:sp>
        <p:nvSpPr>
          <p:cNvPr id="9" name="card02"/>
          <p:cNvSpPr/>
          <p:nvPr/>
        </p:nvSpPr>
        <p:spPr>
          <a:xfrm>
            <a:off x="3246120" y="178308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47472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자체 연구개발</a:t>
            </a:r>
            <a:r>
              <a:rPr lang="en-US" sz="1800" b="1" dirty="0">
                <a:solidFill>
                  <a:schemeClr val="bg1"/>
                </a:solidFill>
              </a:rPr>
              <a:t> 소재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워킹화 그립 패드는 폐타이어 고무와 폐벽지 </a:t>
            </a:r>
            <a:r>
              <a:rPr lang="en-US" sz="1200" dirty="0" err="1">
                <a:solidFill>
                  <a:schemeClr val="accent6"/>
                </a:solidFill>
              </a:rPr>
              <a:t>PVC를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 err="1">
                <a:solidFill>
                  <a:schemeClr val="accent6"/>
                </a:solidFill>
              </a:rPr>
              <a:t>배합한</a:t>
            </a:r>
            <a:r>
              <a:rPr lang="en-US" sz="1200" dirty="0">
                <a:solidFill>
                  <a:schemeClr val="accent6"/>
                </a:solidFill>
              </a:rPr>
              <a:t>    “</a:t>
            </a:r>
            <a:r>
              <a:rPr lang="en-US" sz="1200" dirty="0" err="1">
                <a:solidFill>
                  <a:schemeClr val="accent6"/>
                </a:solidFill>
              </a:rPr>
              <a:t>리타이어렌</a:t>
            </a:r>
            <a:r>
              <a:rPr lang="en-US" sz="1200" dirty="0">
                <a:solidFill>
                  <a:schemeClr val="accent6"/>
                </a:solidFill>
              </a:rPr>
              <a:t>”. </a:t>
            </a:r>
            <a:r>
              <a:rPr lang="en-US" sz="1200" dirty="0" err="1">
                <a:solidFill>
                  <a:schemeClr val="accent6"/>
                </a:solidFill>
              </a:rPr>
              <a:t>인솔</a:t>
            </a:r>
            <a:r>
              <a:rPr lang="ko-KR" altLang="en-US" sz="1200" dirty="0">
                <a:solidFill>
                  <a:schemeClr val="accent6"/>
                </a:solidFill>
              </a:rPr>
              <a:t>과 워킹화 본체</a:t>
            </a:r>
            <a:r>
              <a:rPr lang="en-US" sz="1200" dirty="0" err="1">
                <a:solidFill>
                  <a:schemeClr val="accent6"/>
                </a:solidFill>
              </a:rPr>
              <a:t>에는</a:t>
            </a:r>
            <a:r>
              <a:rPr lang="en-US" sz="1200" dirty="0">
                <a:solidFill>
                  <a:schemeClr val="accent6"/>
                </a:solidFill>
              </a:rPr>
              <a:t> “E-</a:t>
            </a:r>
            <a:r>
              <a:rPr lang="ko-KR" altLang="en-US" sz="1200" dirty="0" err="1">
                <a:solidFill>
                  <a:schemeClr val="accent6"/>
                </a:solidFill>
              </a:rPr>
              <a:t>실리폴리렌</a:t>
            </a:r>
            <a:r>
              <a:rPr lang="en-US" altLang="ko-KR" sz="1200" dirty="0">
                <a:solidFill>
                  <a:schemeClr val="accent6"/>
                </a:solidFill>
              </a:rPr>
              <a:t>”</a:t>
            </a:r>
            <a:r>
              <a:rPr lang="en-US" sz="1200" dirty="0">
                <a:solidFill>
                  <a:schemeClr val="accent6"/>
                </a:solidFill>
              </a:rPr>
              <a:t>을 </a:t>
            </a:r>
            <a:r>
              <a:rPr lang="ko-KR" altLang="en-US" sz="1200" dirty="0">
                <a:solidFill>
                  <a:schemeClr val="accent6"/>
                </a:solidFill>
              </a:rPr>
              <a:t>자체 개발해 적용</a:t>
            </a:r>
            <a:r>
              <a:rPr lang="en-US" sz="1200" dirty="0" err="1">
                <a:solidFill>
                  <a:schemeClr val="accent6"/>
                </a:solidFill>
              </a:rPr>
              <a:t>했습니다</a:t>
            </a:r>
            <a:r>
              <a:rPr lang="en-US" sz="1200" dirty="0">
                <a:solidFill>
                  <a:schemeClr val="accent6"/>
                </a:solidFill>
              </a:rPr>
              <a:t>.</a:t>
            </a:r>
            <a:endParaRPr lang="en-US" sz="1200" dirty="0"/>
          </a:p>
        </p:txBody>
      </p:sp>
      <p:sp>
        <p:nvSpPr>
          <p:cNvPr id="14" name="card03"/>
          <p:cNvSpPr/>
          <p:nvPr/>
        </p:nvSpPr>
        <p:spPr>
          <a:xfrm>
            <a:off x="6035040" y="1783080"/>
            <a:ext cx="2606040" cy="260604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6364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전문의 설계 자문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정형외과 전문의가 패드 위치와 인솔 형태를 함께 검토했습니다. 패드 무늬는 국내 논문 2편을 참고해 설계했습니다.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31B8E713-41C1-9FCF-CCA0-D3AEFA1EB161}"/>
              </a:ext>
            </a:extLst>
          </p:cNvPr>
          <p:cNvSpPr/>
          <p:nvPr/>
        </p:nvSpPr>
        <p:spPr>
          <a:xfrm>
            <a:off x="3108960" y="4835769"/>
            <a:ext cx="1077057" cy="1659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chemeClr val="tx2"/>
                </a:solidFill>
              </a:rPr>
              <a:t>MADE</a:t>
            </a:r>
            <a:r>
              <a:rPr lang="ko-KR" altLang="en-US" sz="600" b="1" dirty="0">
                <a:solidFill>
                  <a:schemeClr val="tx2"/>
                </a:solidFill>
              </a:rPr>
              <a:t> </a:t>
            </a:r>
            <a:r>
              <a:rPr lang="en-US" altLang="ko-KR" sz="600" b="1" dirty="0">
                <a:solidFill>
                  <a:schemeClr val="tx2"/>
                </a:solidFill>
              </a:rPr>
              <a:t>FOR STANDING</a:t>
            </a:r>
            <a:endParaRPr lang="ko-KR" altLang="en-US" sz="2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쿼드그립 종일편한 워킹화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361188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42,500원  ·  2026.12 OPEN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61188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36118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490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쿼드그립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4점</a:t>
            </a:r>
            <a:r>
              <a:rPr lang="en-US" sz="1400" b="1" dirty="0">
                <a:solidFill>
                  <a:schemeClr val="bg1"/>
                </a:solidFill>
              </a:rPr>
              <a:t> 패드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17556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바닥에 닿는 길을 따라 그립 패드 4곳을 배치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11880" y="20756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361188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깔창 없는 일체형 안창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232257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자체 소재 E-실리폴리렌 통째 성형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11880" y="2642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361188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2624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도톰한 발목 입구 테두리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114800" y="288950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신고 벗기 쉬운 슬립온 클로그 형태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381712"/>
              </p:ext>
            </p:extLst>
          </p:nvPr>
        </p:nvGraphicFramePr>
        <p:xfrm>
          <a:off x="3611880" y="3246120"/>
          <a:ext cx="5074920" cy="1371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사이즈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230 ~ 280mm (10mm 단위 6종)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컬러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그레이 · 차콜 블랙 · </a:t>
                      </a:r>
                      <a:r>
                        <a:rPr lang="en-US" sz="1100" dirty="0" err="1">
                          <a:solidFill>
                            <a:schemeClr val="bg1"/>
                          </a:solidFill>
                        </a:rPr>
                        <a:t>민트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화이트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무게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약 257g (270mm </a:t>
                      </a:r>
                      <a:r>
                        <a:rPr lang="en-US" sz="1100" dirty="0" err="1">
                          <a:solidFill>
                            <a:schemeClr val="bg1"/>
                          </a:solidFill>
                        </a:rPr>
                        <a:t>한쪽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 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소재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chemeClr val="bg1"/>
                          </a:solidFill>
                        </a:rPr>
                        <a:t>본체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 : E-실리폴리렌 / </a:t>
                      </a:r>
                      <a:r>
                        <a:rPr lang="en-US" sz="1100" dirty="0" err="1">
                          <a:solidFill>
                            <a:schemeClr val="bg1"/>
                          </a:solidFill>
                        </a:rPr>
                        <a:t>그립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bg1"/>
                          </a:solidFill>
                        </a:rPr>
                        <a:t>패드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 : </a:t>
                      </a:r>
                      <a:r>
                        <a:rPr lang="en-US" sz="1100" dirty="0" err="1">
                          <a:solidFill>
                            <a:schemeClr val="bg1"/>
                          </a:solidFill>
                        </a:rPr>
                        <a:t>리타이어렌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타이어 재생고무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제조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대한민국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F949398A-E656-E7E9-95C4-97EFA543F53C}"/>
              </a:ext>
            </a:extLst>
          </p:cNvPr>
          <p:cNvSpPr/>
          <p:nvPr/>
        </p:nvSpPr>
        <p:spPr>
          <a:xfrm>
            <a:off x="3108960" y="4835769"/>
            <a:ext cx="1077057" cy="1659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chemeClr val="tx2"/>
                </a:solidFill>
              </a:rPr>
              <a:t>MADE</a:t>
            </a:r>
            <a:r>
              <a:rPr lang="ko-KR" altLang="en-US" sz="600" b="1" dirty="0">
                <a:solidFill>
                  <a:schemeClr val="tx2"/>
                </a:solidFill>
              </a:rPr>
              <a:t> </a:t>
            </a:r>
            <a:r>
              <a:rPr lang="en-US" altLang="ko-KR" sz="600" b="1" dirty="0">
                <a:solidFill>
                  <a:schemeClr val="tx2"/>
                </a:solidFill>
              </a:rPr>
              <a:t>FOR STANDING</a:t>
            </a:r>
            <a:endParaRPr lang="ko-KR" altLang="en-US" sz="2000" b="1" dirty="0">
              <a:solidFill>
                <a:schemeClr val="tx2"/>
              </a:solidFill>
            </a:endParaRPr>
          </a:p>
        </p:txBody>
      </p:sp>
      <p:pic>
        <p:nvPicPr>
          <p:cNvPr id="22" name="walking-top" descr="라라슈 쿼드그립 종일편한 워킹화 상단 이미지">
            <a:extLst>
              <a:ext uri="{FF2B5EF4-FFF2-40B4-BE49-F238E27FC236}">
                <a16:creationId xmlns:a16="http://schemas.microsoft.com/office/drawing/2014/main" id="{F09750AC-8437-D7E3-CFCE-37761EF9B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68" y="1327150"/>
            <a:ext cx="2598526" cy="27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쿼드그립 아치가득 인솔</a:t>
            </a:r>
            <a:endParaRPr lang="en-US" sz="2800" dirty="0"/>
          </a:p>
        </p:txBody>
      </p:sp>
      <p:pic>
        <p:nvPicPr>
          <p:cNvPr id="3" name="insole-hero" descr="/home/user/harness-system/launch/rs/design/deck-product/img-insole-he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051560"/>
            <a:ext cx="2743200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21,500원  ·  2026.11.11 OPEN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4572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490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아치 라인을 따라 채운 형태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발 아치 곡선 아래 빈 곳을 채우는 구조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뒤꿈치를 감싸는 링 컵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3225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가운데를 비운 링 구조로 뒤꿈치를 감쌈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642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5720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624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쓰던 깔창 밑에 한 장 더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28895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반굽 형태 — 가지고 계신 신발에 그대로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732158"/>
              </p:ext>
            </p:extLst>
          </p:nvPr>
        </p:nvGraphicFramePr>
        <p:xfrm>
          <a:off x="457200" y="3246120"/>
          <a:ext cx="5120640" cy="1371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사이즈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M 160mm (신발 220~255) · L 175mm (260~280)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컬러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그레이 · 모카무스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소재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E-실리폴리렌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형태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반굽 인솔 (뒤꿈치~아치)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제조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chemeClr val="bg1"/>
                          </a:solidFill>
                        </a:rPr>
                        <a:t>대한민국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9E125027-D512-6A84-E728-8FCC5A77E5B4}"/>
              </a:ext>
            </a:extLst>
          </p:cNvPr>
          <p:cNvSpPr/>
          <p:nvPr/>
        </p:nvSpPr>
        <p:spPr>
          <a:xfrm>
            <a:off x="3108960" y="4835769"/>
            <a:ext cx="1077057" cy="1659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chemeClr val="tx2"/>
                </a:solidFill>
              </a:rPr>
              <a:t>MADE</a:t>
            </a:r>
            <a:r>
              <a:rPr lang="ko-KR" altLang="en-US" sz="600" b="1" dirty="0">
                <a:solidFill>
                  <a:schemeClr val="tx2"/>
                </a:solidFill>
              </a:rPr>
              <a:t> </a:t>
            </a:r>
            <a:r>
              <a:rPr lang="en-US" altLang="ko-KR" sz="600" b="1" dirty="0">
                <a:solidFill>
                  <a:schemeClr val="tx2"/>
                </a:solidFill>
              </a:rPr>
              <a:t>FOR STANDING</a:t>
            </a:r>
            <a:endParaRPr lang="ko-KR" altLang="en-US" sz="2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11월, 두 번 엽니다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731520" y="1755648"/>
            <a:ext cx="768096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node0"/>
          <p:cNvSpPr/>
          <p:nvPr/>
        </p:nvSpPr>
        <p:spPr>
          <a:xfrm>
            <a:off x="658368" y="164592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11.11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인솔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 err="1">
                <a:solidFill>
                  <a:schemeClr val="bg1"/>
                </a:solidFill>
              </a:rPr>
              <a:t>펀딩</a:t>
            </a:r>
            <a:r>
              <a:rPr lang="ko-KR" alt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>
                <a:solidFill>
                  <a:schemeClr val="bg1"/>
                </a:solidFill>
              </a:rPr>
              <a:t>OPEN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쿼드그립 아치가득 인솔</a:t>
            </a:r>
            <a:endParaRPr lang="en-US" sz="1100" dirty="0"/>
          </a:p>
        </p:txBody>
      </p:sp>
      <p:sp>
        <p:nvSpPr>
          <p:cNvPr id="8" name="node1"/>
          <p:cNvSpPr/>
          <p:nvPr/>
        </p:nvSpPr>
        <p:spPr>
          <a:xfrm>
            <a:off x="2715768" y="1645920"/>
            <a:ext cx="219456" cy="219456"/>
          </a:xfrm>
          <a:prstGeom prst="ellipse">
            <a:avLst/>
          </a:prstGeom>
          <a:solidFill>
            <a:srgbClr val="8C8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25146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11.12–15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메가쇼 킨텍스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부스에서 직접 신어 보기</a:t>
            </a:r>
            <a:endParaRPr lang="en-US" sz="1100" dirty="0"/>
          </a:p>
        </p:txBody>
      </p:sp>
      <p:sp>
        <p:nvSpPr>
          <p:cNvPr id="12" name="node2"/>
          <p:cNvSpPr/>
          <p:nvPr/>
        </p:nvSpPr>
        <p:spPr>
          <a:xfrm>
            <a:off x="4773168" y="164592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720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11.20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워킹화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예약구매</a:t>
            </a:r>
            <a:r>
              <a:rPr lang="en-US" sz="1400" b="1" dirty="0">
                <a:solidFill>
                  <a:schemeClr val="bg1"/>
                </a:solidFill>
              </a:rPr>
              <a:t>OPEN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쿼드그립 종일편한 워킹화</a:t>
            </a:r>
            <a:endParaRPr lang="en-US" sz="1100" dirty="0"/>
          </a:p>
        </p:txBody>
      </p:sp>
      <p:sp>
        <p:nvSpPr>
          <p:cNvPr id="16" name="node3"/>
          <p:cNvSpPr/>
          <p:nvPr/>
        </p:nvSpPr>
        <p:spPr>
          <a:xfrm>
            <a:off x="6830568" y="1645920"/>
            <a:ext cx="219456" cy="219456"/>
          </a:xfrm>
          <a:prstGeom prst="ellipse">
            <a:avLst/>
          </a:prstGeom>
          <a:solidFill>
            <a:srgbClr val="8C8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6294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11.26–29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서울디자인페스티벌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코엑스 · 부스 운영</a:t>
            </a:r>
            <a:endParaRPr lang="en-US" sz="1100" dirty="0"/>
          </a:p>
        </p:txBody>
      </p:sp>
      <p:sp>
        <p:nvSpPr>
          <p:cNvPr id="20" name="contact"/>
          <p:cNvSpPr/>
          <p:nvPr/>
        </p:nvSpPr>
        <p:spPr>
          <a:xfrm>
            <a:off x="457200" y="329184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31520" y="34564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구매 · 오픈 알림 · 기업/단체 구매 문의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8221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endParaRPr lang="en-US" sz="1200" dirty="0">
              <a:solidFill>
                <a:schemeClr val="accent6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rndceo@rndmakers.kr</a:t>
            </a:r>
            <a:endParaRPr lang="en-US" sz="1200" dirty="0"/>
          </a:p>
        </p:txBody>
      </p:sp>
      <p:pic>
        <p:nvPicPr>
          <p:cNvPr id="23" name="qr" descr="/home/user/harness-system/launch/rs/design/deck-product/img-qr-d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429000"/>
            <a:ext cx="1051560" cy="1051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순서도: 처리 25">
            <a:extLst>
              <a:ext uri="{FF2B5EF4-FFF2-40B4-BE49-F238E27FC236}">
                <a16:creationId xmlns:a16="http://schemas.microsoft.com/office/drawing/2014/main" id="{AE854B68-033C-C17A-CEE4-CC1A4204EF5A}"/>
              </a:ext>
            </a:extLst>
          </p:cNvPr>
          <p:cNvSpPr/>
          <p:nvPr/>
        </p:nvSpPr>
        <p:spPr>
          <a:xfrm>
            <a:off x="3108960" y="4835769"/>
            <a:ext cx="1077057" cy="1659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chemeClr val="tx2"/>
                </a:solidFill>
              </a:rPr>
              <a:t>MADE</a:t>
            </a:r>
            <a:r>
              <a:rPr lang="ko-KR" altLang="en-US" sz="600" b="1" dirty="0">
                <a:solidFill>
                  <a:schemeClr val="tx2"/>
                </a:solidFill>
              </a:rPr>
              <a:t> </a:t>
            </a:r>
            <a:r>
              <a:rPr lang="en-US" altLang="ko-KR" sz="600" b="1" dirty="0">
                <a:solidFill>
                  <a:schemeClr val="tx2"/>
                </a:solidFill>
              </a:rPr>
              <a:t>FOR STANDING</a:t>
            </a:r>
            <a:endParaRPr lang="ko-KR" altLang="en-US" sz="2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정형외과 전문의의 설계 자문</a:t>
            </a:r>
            <a:endParaRPr lang="en-US" sz="2800" dirty="0"/>
          </a:p>
        </p:txBody>
      </p:sp>
      <p:sp>
        <p:nvSpPr>
          <p:cNvPr id="101" name="subline"/>
          <p:cNvSpPr txBox="1"/>
          <p:nvPr/>
        </p:nvSpPr>
        <p:spPr>
          <a:xfrm>
            <a:off x="457200" y="1005840"/>
            <a:ext cx="8229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설계 단계에서 무엇을 보고 정했는지, 세 가지 질문으로 정리했습니다</a:t>
            </a:r>
          </a:p>
        </p:txBody>
      </p:sp>
      <p:sp>
        <p:nvSpPr>
          <p:cNvPr id="102" name="row1"/>
          <p:cNvSpPr/>
          <p:nvPr/>
        </p:nvSpPr>
        <p:spPr>
          <a:xfrm>
            <a:off x="457200" y="1463040"/>
            <a:ext cx="8229600" cy="77724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q-badge1"/>
          <p:cNvSpPr/>
          <p:nvPr/>
        </p:nvSpPr>
        <p:spPr>
          <a:xfrm>
            <a:off x="640080" y="16596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q-mark1"/>
          <p:cNvSpPr txBox="1"/>
          <p:nvPr/>
        </p:nvSpPr>
        <p:spPr>
          <a:xfrm>
            <a:off x="640080" y="1659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105" name="question1"/>
          <p:cNvSpPr txBox="1"/>
          <p:nvPr/>
        </p:nvSpPr>
        <p:spPr>
          <a:xfrm>
            <a:off x="1188720" y="1463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패드 위치를 정할 때</a:t>
            </a:r>
          </a:p>
          <a:p>
            <a:pPr marL="0" indent="0" algn="l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무엇을 봤나</a:t>
            </a:r>
          </a:p>
        </p:txBody>
      </p:sp>
      <p:sp>
        <p:nvSpPr>
          <p:cNvPr id="106" name="a-badge1"/>
          <p:cNvSpPr/>
          <p:nvPr/>
        </p:nvSpPr>
        <p:spPr>
          <a:xfrm>
            <a:off x="3840480" y="1659636"/>
            <a:ext cx="384048" cy="384048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a-mark1"/>
          <p:cNvSpPr txBox="1"/>
          <p:nvPr/>
        </p:nvSpPr>
        <p:spPr>
          <a:xfrm>
            <a:off x="3840480" y="1659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108" name="answer1"/>
          <p:cNvSpPr txBox="1"/>
          <p:nvPr/>
        </p:nvSpPr>
        <p:spPr>
          <a:xfrm>
            <a:off x="4389120" y="14630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바닥에 닿는 길을 따라 그립 패드 4곳을 놓는 배치를, 설계 단계에서 정형외과 전문의와 함께 검토했습니다.</a:t>
            </a:r>
          </a:p>
        </p:txBody>
      </p:sp>
      <p:sp>
        <p:nvSpPr>
          <p:cNvPr id="109" name="row2"/>
          <p:cNvSpPr/>
          <p:nvPr/>
        </p:nvSpPr>
        <p:spPr>
          <a:xfrm>
            <a:off x="457200" y="2377440"/>
            <a:ext cx="8229600" cy="77724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q-badge2"/>
          <p:cNvSpPr/>
          <p:nvPr/>
        </p:nvSpPr>
        <p:spPr>
          <a:xfrm>
            <a:off x="640080" y="25740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q-mark2"/>
          <p:cNvSpPr txBox="1"/>
          <p:nvPr/>
        </p:nvSpPr>
        <p:spPr>
          <a:xfrm>
            <a:off x="640080" y="2574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112" name="question2"/>
          <p:cNvSpPr txBox="1"/>
          <p:nvPr/>
        </p:nvSpPr>
        <p:spPr>
          <a:xfrm>
            <a:off x="1188720" y="2377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인솔 모양을 정할 때</a:t>
            </a:r>
          </a:p>
          <a:p>
            <a:pPr marL="0" indent="0" algn="l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무엇을 봤나</a:t>
            </a:r>
          </a:p>
        </p:txBody>
      </p:sp>
      <p:sp>
        <p:nvSpPr>
          <p:cNvPr id="113" name="a-badge2"/>
          <p:cNvSpPr/>
          <p:nvPr/>
        </p:nvSpPr>
        <p:spPr>
          <a:xfrm>
            <a:off x="3840480" y="2574036"/>
            <a:ext cx="384048" cy="384048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4" name="a-mark2"/>
          <p:cNvSpPr txBox="1"/>
          <p:nvPr/>
        </p:nvSpPr>
        <p:spPr>
          <a:xfrm>
            <a:off x="3840480" y="2574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115" name="answer2"/>
          <p:cNvSpPr txBox="1"/>
          <p:nvPr/>
        </p:nvSpPr>
        <p:spPr>
          <a:xfrm>
            <a:off x="4389120" y="2377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발 아치 곡선 아래를 채우는 형태와 뒤꿈치를 감싸는 링 컵 구조를, 설계 단계에서 함께 검토했습니다.</a:t>
            </a:r>
          </a:p>
        </p:txBody>
      </p:sp>
      <p:sp>
        <p:nvSpPr>
          <p:cNvPr id="116" name="row3"/>
          <p:cNvSpPr/>
          <p:nvPr/>
        </p:nvSpPr>
        <p:spPr>
          <a:xfrm>
            <a:off x="457200" y="3291840"/>
            <a:ext cx="8229600" cy="77724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q-badge3"/>
          <p:cNvSpPr/>
          <p:nvPr/>
        </p:nvSpPr>
        <p:spPr>
          <a:xfrm>
            <a:off x="640080" y="34884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8" name="q-mark3"/>
          <p:cNvSpPr txBox="1"/>
          <p:nvPr/>
        </p:nvSpPr>
        <p:spPr>
          <a:xfrm>
            <a:off x="640080" y="3488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119" name="question3"/>
          <p:cNvSpPr txBox="1"/>
          <p:nvPr/>
        </p:nvSpPr>
        <p:spPr>
          <a:xfrm>
            <a:off x="1188720" y="3291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패드 무늬는</a:t>
            </a:r>
          </a:p>
          <a:p>
            <a:pPr marL="0" indent="0" algn="l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무엇을 참고했나</a:t>
            </a:r>
          </a:p>
        </p:txBody>
      </p:sp>
      <p:sp>
        <p:nvSpPr>
          <p:cNvPr id="120" name="a-badge3"/>
          <p:cNvSpPr/>
          <p:nvPr/>
        </p:nvSpPr>
        <p:spPr>
          <a:xfrm>
            <a:off x="3840480" y="3488436"/>
            <a:ext cx="384048" cy="384048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1" name="a-mark3"/>
          <p:cNvSpPr txBox="1"/>
          <p:nvPr/>
        </p:nvSpPr>
        <p:spPr>
          <a:xfrm>
            <a:off x="3840480" y="3488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122" name="answer3"/>
          <p:cNvSpPr txBox="1"/>
          <p:nvPr/>
        </p:nvSpPr>
        <p:spPr>
          <a:xfrm>
            <a:off x="4389120" y="3291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국내 논문 2편을 참고해 패드 무늬를 설계했습니다. 논문은 설계 참고 자료로 사용했습니다.</a:t>
            </a:r>
          </a:p>
        </p:txBody>
      </p:sp>
      <p:sp>
        <p:nvSpPr>
          <p:cNvPr id="123" name="disclaimer"/>
          <p:cNvSpPr txBox="1"/>
          <p:nvPr/>
        </p:nvSpPr>
        <p:spPr>
          <a:xfrm>
            <a:off x="457200" y="4251960"/>
            <a:ext cx="8229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정형외과 전문의의 설계 자문 사실을 알리는 내용이며, 제품에 대한 추천·보증이 아닙니다. 논문은 설계 참고 자료이며 제품의 성능을 보증하지 않습니다. 본 제품은 의료기기가 아닙니다.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31B8E713-41C1-9FCF-CCA0-D3AEFA1EB161}"/>
              </a:ext>
            </a:extLst>
          </p:cNvPr>
          <p:cNvSpPr/>
          <p:nvPr/>
        </p:nvSpPr>
        <p:spPr>
          <a:xfrm>
            <a:off x="3108960" y="4835769"/>
            <a:ext cx="1077057" cy="16599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chemeClr val="tx2"/>
                </a:solidFill>
              </a:rPr>
              <a:t>MADE</a:t>
            </a:r>
            <a:r>
              <a:rPr lang="ko-KR" altLang="en-US" sz="600" b="1" dirty="0">
                <a:solidFill>
                  <a:schemeClr val="tx2"/>
                </a:solidFill>
              </a:rPr>
              <a:t> </a:t>
            </a:r>
            <a:r>
              <a:rPr lang="en-US" altLang="ko-KR" sz="600" b="1" dirty="0">
                <a:solidFill>
                  <a:schemeClr val="tx2"/>
                </a:solidFill>
              </a:rPr>
              <a:t>FOR STANDING</a:t>
            </a:r>
            <a:endParaRPr lang="ko-KR" altLang="en-US" sz="2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aRa Shoe">
  <a:themeElements>
    <a:clrScheme name="RhaRa Shoe">
      <a:dk1>
        <a:srgbClr val="0D0D0D"/>
      </a:dk1>
      <a:lt1>
        <a:srgbClr val="FFFFFF"/>
      </a:lt1>
      <a:dk2>
        <a:srgbClr val="1A1A1A"/>
      </a:dk2>
      <a:lt2>
        <a:srgbClr val="EDEDE8"/>
      </a:lt2>
      <a:accent1>
        <a:srgbClr val="C6F432"/>
      </a:accent1>
      <a:accent2>
        <a:srgbClr val="3D4A12"/>
      </a:accent2>
      <a:accent3>
        <a:srgbClr val="8C8C86"/>
      </a:accent3>
      <a:accent4>
        <a:srgbClr val="A47864"/>
      </a:accent4>
      <a:accent5>
        <a:srgbClr val="2A2A2A"/>
      </a:accent5>
      <a:accent6>
        <a:srgbClr val="D8D8D2"/>
      </a:accent6>
      <a:hlink>
        <a:srgbClr val="C6F432"/>
      </a:hlink>
      <a:folHlink>
        <a:srgbClr val="8C8C86"/>
      </a:folHlink>
    </a:clrScheme>
    <a:fontScheme name="RhaRa Sho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418</Words>
  <Application>Microsoft Office PowerPoint</Application>
  <PresentationFormat>화면 슬라이드 쇼(16:9)</PresentationFormat>
  <Paragraphs>88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Malgun Gothic</vt:lpstr>
      <vt:lpstr>Arial</vt:lpstr>
      <vt:lpstr>RhaRa Shoe</vt:lpstr>
      <vt:lpstr>PowerPoint 프레젠테이션</vt:lpstr>
      <vt:lpstr>서서 일하는 사람의 발에서 시작했습니다</vt:lpstr>
      <vt:lpstr>쿼드그립 종일편한 워킹화</vt:lpstr>
      <vt:lpstr>쿼드그립 아치가득 인솔</vt:lpstr>
      <vt:lpstr>11월, 두 번 엽니다</vt:lpstr>
    </vt:vector>
  </TitlesOfParts>
  <Company>㈜알앤디메이커스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라라슈 상품소개서</dc:title>
  <dc:subject>PptxGenJS Presentation</dc:subject>
  <dc:creator>㈜알앤디메이커스</dc:creator>
  <cp:lastModifiedBy>동규 신</cp:lastModifiedBy>
  <cp:revision>1</cp:revision>
  <dcterms:created xsi:type="dcterms:W3CDTF">2026-10-18T13:44:46Z</dcterms:created>
  <dcterms:modified xsi:type="dcterms:W3CDTF">2026-10-18T14:20:55Z</dcterms:modified>
</cp:coreProperties>
</file>