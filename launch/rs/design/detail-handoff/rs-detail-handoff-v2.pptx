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fff6be00-7646-aebf-c38b-86f870af261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c1e93097-4666-0778-5424-f95556572873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cd79440f-7eab-8e98-286b-94a423331bf4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0937085c-f8e7-b9d3-a88a-2f7a1b0fd5d5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cd23d292-f8fc-86c7-8269-1d5484dbfaf0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09d40d04-6978-459a-e283-7221582ee24f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실행" id="{29ca306c-996b-7038-0ce8-43a9e7f2d6cd}">
          <p14:sldIdLst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14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후킹(대표 10/15): '오후 4시, 발이 먼저 퇴근하고 싶을 때.' — 효능 대신 상황 묘사.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'피로·통증·지친 발 회복' 등 효능 단어 추가 금지.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14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L 🔒 (P03 대응 발길이 확정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E-실리폴리렌 + 목공소 자투리 우드칩 (패드 재질 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I09 전문의 설계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2926080"/>
            <a:ext cx="0" cy="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오후 4시 (확정 10/15)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2624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벽시계 4시 + 오후 햇빛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뒤축을 살짝 빼는 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없음)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· 인솔은 ICUT 02 끝에 등장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확정(대표 10/15) · 평발·교정·피로감소 금칙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· 탑뷰 · 뒤꿈치 컵 · 도트 매크로 · 넣기 3스텝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검수(08+·I09)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06~08, 12, 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05·10·11·13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2026-10-15T00:50:24Z</dcterms:created>
  <dcterms:modified xsi:type="dcterms:W3CDTF">2026-10-15T00:50:24Z</dcterms:modified>
</cp:coreProperties>
</file>