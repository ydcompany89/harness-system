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edb5f995-2ee1-8a8d-312f-9ac5e0d4f32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ac756a94-3316-3f8a-9d44-89bc7e63e7f5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11e8b315-15ba-3059-92d4-cea416cdb83f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8ae3a918-5e7e-6fa7-488a-eea20990c000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29669c8a-685b-cd8d-f1ae-7ccd3640567f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5de7b14a-0a60-23de-d773-7c3b7dd94f11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실행" id="{797559e3-509c-05bf-1a8c-39171c7f2ff9}">
          <p14:sldIdLst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15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 '헐거운 신발'은 ICUT 08(반굽·흘러내림)로 이어지는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15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15cm(신발 220~255) · L 17cm(260~280) ±5% · 그레이 / 모카무스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합성수지(E-실리폴리렌), 목분(우드칩) ✅ · 패드 재질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 전문의 배지 · I08 반굽(깔창 밑) · I10 전문의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2926080"/>
            <a:ext cx="0" cy="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15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 5가지(03~08, 08 반굽) → 소재·전문의(09~10) → 사용·사이즈(11~12) → 구매(13~15)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15   첫 화면 — 오후 4시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노출 OK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톤 통일 · BARC 전문의 배지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81728" y="2103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681728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18888" y="2807208"/>
            <a:ext cx="2011680" cy="1371600"/>
          </a:xfrm>
          <a:prstGeom prst="roundRect">
            <a:avLst>
              <a:gd name="adj" fmla="val 2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807208"/>
            <a:ext cx="1938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벽시계 4시 + 오후 햇빛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뒤축을 살짝 빼는 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없음)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15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헐거워진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슬립온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때마다 헐거운 신발,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15   제품 등장 — 5가지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+ 반굽 길이 추가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+ 반굽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550408" y="4480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50408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길이 — 쓰던 깔창 밑에도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15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15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15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15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15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15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15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15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15   사이즈 M · 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15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15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15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I01 · 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 장면 · 인솔 탑뷰 · 뒤꿈치 컵 · 도트 · 겹침 단면 · 슬립온 BEFORE/AFTER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반굽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검수(08+·I01·I10)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06~10, 12, 13, 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05·11·14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2026-10-15T04:01:54Z</dcterms:created>
  <dcterms:modified xsi:type="dcterms:W3CDTF">2026-10-15T04:01:54Z</dcterms:modified>
</cp:coreProperties>
</file>