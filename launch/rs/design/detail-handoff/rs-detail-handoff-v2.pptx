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42d70900-f38a-9b9d-0c27-4118d0099146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막 후킹" id="{c44032b1-012c-3560-4b2b-71b38861f36d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2막 안전" id="{7d5fb27d-3ff8-0fa2-ab52-7ff996e6bf90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3막 편안" id="{dc93acd6-8a7b-7075-7d33-7b0008bee090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막 신뢰·구매" id="{3e5a2920-d25c-913f-dae5-c58c1727718d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인솔" id="{b8246b90-4980-baae-ff56-6c7f0d6656d9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실행" id="{861a84e8-3554-4e63-d289-4bb75bcd08a6}">
          <p14:sldIdLst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디핏파트너 전달용 확정본 v2. 워킹화 30 CUT + 인솔 14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값 출처: design/hangtag/hangtag-copy.md · content/insole-product-info-notice.md · design/package/shoe-box-content.md · content/wadiz-reward-pricing.md.
상세·행택·박스·상품정보고시 값은 1:1 일치(K04).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확정(10/14): 배치 설명은 특허 청구항 1 순서(뒤꿈치 중앙 → 후족부 전방 외측 → 전족부 외측(5중족골) → 전족부 내측(1중족골두)).
근거 재확인: research/quadgrip-placement-recheck-2026-10-14.md — 직접 입증 논문 없음.
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10/14: 원장 협의 완료 — 상세·브로셔 출연, 영상 협조. 활용계획·계약: expert/doctor-collab-plan.md.
히어로(CUT 01)에 원장 노출 금지. 병원명은 원장 선택(기본 미노출).
촬영: D1 손가락 4점 / D4 프로필 (10/28). 인용 문장은 원장 확정본으로 교체 — 임의 편집·발췌 금지.
하단 대가 공개 문구 9pt 이상 필수 (추천·보증 심사지침).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'꼭 넣기'. 세부 카피·가드: content/detail-walking-plan.md §1-1.
카드 문구: ① 김성용(2023) 성균관대 「운동화 바닥면의 패턴 정도에 따른 마찰력측정을 통한 최적의 SLIP RESISTANCE 패턴 제안」 — 사각 블록 무늬가 세 조건 모두 마찰 최고, 배수 홈이 좁을수록 마찰 ↑ 경향.
② 한정희(2015) 숭실대 「습한 환경에 대한 Non-slip 신발 Outsole의 최적 조각 패턴 설계」 — 무늬 종류·바닥 상태에 따라 마찰이 통계적으로 유의하게 달라짐.
한정희 논문은 CC BY-NC-ND → 그림·표 사용 금지. '패턴 D 최적' 문장 사용 금지(무늬 미확인).
하단 고지 필수: 시편 측정 일반 연구 결과, 제품 성능 보증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확정: 차콜 · 그레이 · 민트화이트 × 230~280(10mm) = 18 SKU. 컬러명은 박스 스티커·K02 바코드와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'다른 신발용'. 워킹화는 깔창이 없는 구조라 워킹화와 묶는 표현 금지(와디즈 가격안 원칙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 4점이 별도 패드인지, 형상(돌기)인지 확인 필요(상품정보고시 🔴 패드 재질).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expert/doctor-collab-plan.md §2-#2. 와디즈 스토리에도 같은 블록.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대외 전달용 — 내부 예산·보조금 정보는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 v2 · 확정본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제작 기획서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+ 인솔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곳  디핏파트너 (상세 2종 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30 CUT + 인솔 14 CUT · 860px 세로형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촬영 10/28 · 1차 시안 11/3 · 오픈 11/11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사항 — 2026-10-14 기준 (이 값으로 제작)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4480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종일편한 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아치가득 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42,500원 (할인 ✗ · 번들 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21,500원 (와디즈는 리워드가 별도)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메시지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Made for Standing.  (서브: 발이 편해야, 일이 편하다.)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인솔 서브: 신던 신발은 그대로, 바닥만 새로.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· 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230~280 (10mm) · 차콜 / 그레이 / 민트화이트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· L 🔒 (P03 대응 발길이 확정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 (270mm 기준) — 사이즈 기준 항상 병기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실측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본체·안창 E-실리폴리렌 / 패드 폐타이어 재생고무 + 실크벽지 재생 PVC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E-실리폴리렌 + 목공소 자투리 우드칩 (패드 재질 🔒)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블록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정형외과 전문의 설계 자문 · 08++ 패드 표면 연구(국내 논문 2편)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I09 전문의 설계 자문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성적서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 미끄럼 · C03 유해물질 · C09 반발탄성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 유해물질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운영: 성적서·실측이 오픈(11/11) 전에 없으면 블록째 빼고 오픈 → 수령 즉시 삽입. 빈칸에 '시험 중' 문구 금지.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 (270mm)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실측 완료 · 230mm 값은 추후 교체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전체 흐름 — 30 CUT, 4막 (★ = v2 신규)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 전문의 설계 자문 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08++ 패드 표면 연구 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204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30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30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30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30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30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30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30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30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87568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8756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1616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16168" y="33375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16168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04688" y="31089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04688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2926080"/>
            <a:ext cx="0" cy="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지나는 길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걸을 때 발바닥 압력이 지나는 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바깥쪽 → 발볼 바깥 → 엄지 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배치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특허 청구항 1 배치 기준 · '입증·과학적' ✗ · 출원번호 C07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 / 30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expert/ref/barc-detail-ref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3774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507992"/>
            <a:ext cx="310896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581144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의사 2인 검토 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 · 신발 들고 검토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X-ray·통증 문구는 버림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BARC 상세 — 설계 다큐 톤만 차용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67528" y="2075688"/>
            <a:ext cx="914400" cy="182880"/>
          </a:xfrm>
          <a:prstGeom prst="roundRect">
            <a:avLst>
              <a:gd name="adj" fmla="val 15000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67528" y="20756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REVIEW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81728" y="2834640"/>
            <a:ext cx="1371600" cy="1325880"/>
          </a:xfrm>
          <a:prstGeom prst="roundRect">
            <a:avLst>
              <a:gd name="adj" fmla="val 206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18304" y="2834640"/>
            <a:ext cx="12984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원장 손가락이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4점 짚기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144768" y="2834640"/>
            <a:ext cx="822960" cy="132588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1344" y="2834640"/>
            <a:ext cx="7498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상반신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636008" y="4709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4636008" y="4956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이문훈 원장은 ㈜알앤디메이커스 제품 설계 자문에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참여하고 자문료를 받았습니다.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클로즈업 + 프로필 + 인용 1~2문장 + 대가 표기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인용은 원장 검수본만 · 효능 문구 같은 화면 ✗ · 대가 표기 필수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08++ / 30   패드 표면 — 연구를 보고 그렸습니다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2023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성균관대 석사논문 (CC BY)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45개 시편 · 마른/물/글리세린 — 사각 블록 최고, 홈 좁을수록 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출처 표시 · 도식은 새로 그림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2015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숭실대 석사논문 (CC BY-NC-ND)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무늬·바닥 상태에 따라 마찰 유의하게 달라짐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그림·표 캡처 금지 · 제목·요지만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디자인신 패턴 연구 참고 논문 2편 (텍스트 인용만)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606040"/>
            <a:ext cx="822960" cy="8229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13248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 블록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 + 좁고 이어진 배수 홈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성균관대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(2023)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852160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88736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숭실대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(2015)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663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시편으로 측정한 일반 연구 결과이며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성능을 보증하지 않습니다.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매크로 + 논문 카드 2장(자체 제작) + 하단 고지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바닥에서 마찰이 높게 나온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연구의 구조 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좁고 이어진 배수 홈을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패드에 담았습니다.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학교 로고 ✗ · 논문 수치를 제품 수치처럼 ✗ · 홈 폭 CAD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30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30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30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30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257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(270mm 기준)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30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30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30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30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30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30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30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30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30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30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30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전문의 설계 자문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설계 자문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30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DDEFE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30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30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30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257g(270mm)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30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14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후킹(01~02) → 구조 4가지(03~07) → 소재·전문의(08~09) → 사용·사이즈(10~11) → 구매(12~14)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14   첫 화면 — 신던 신발은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렌더와 톤 통일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바닥만 새로.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18888" y="2834640"/>
            <a:ext cx="201168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55464" y="2834640"/>
            <a:ext cx="193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렌더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(아치 곡선 · 뒤꿈치 컵 보이게)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01768" y="4572000"/>
            <a:ext cx="1645920" cy="292608"/>
          </a:xfrm>
          <a:prstGeom prst="roundRect">
            <a:avLst>
              <a:gd name="adj" fmla="val 937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457200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단독 플로팅 렌더 · 아치 곡선 측면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바닥만 새로.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신는 운동화·출근화 속에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14   공감 — 신발은 마음에 드는데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신발을 사기엔 아깝고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신는 출근화,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14   제품 등장 — 4가지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상세·행택 아이콘 통일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4종 그대로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67528" y="2514600"/>
            <a:ext cx="914400" cy="182880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04104" y="2514600"/>
            <a:ext cx="841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탑뷰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탑뷰 + 아이콘 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14   POINT 01 · 아치 라인을 따라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14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7528" y="2788920"/>
            <a:ext cx="914400" cy="192024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34340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84048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04688" y="30632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인솔 4점 실제 구조·패드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14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14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14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14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 인솔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 착용해 보고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드렸습니다."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4389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자문료를 받았습니다 (대가 표기)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인용 1문장 + 대가 표기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착용해 보고 의견을 드렸습니다."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원장 검수본만 · 효능 문구 같은 화면 ✗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14   이렇게 넣으세요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일반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사용 3스텝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빼기 → 대보기 → 넣기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가능 여부 확인 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Clove/르무통 사용 안내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대보기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3276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15468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1546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위에 겹쳐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비교 사진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[재단 가능 시] 앞부분을 조금씩 잘라 맞추세요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넣으세요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기존 깔창을 빼고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길이를 대보고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신발 속에 넣으면 끝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재단 가능 여부 확인 (고시 취급주의 ⑤와 일치)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14   사이즈 M · L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사이즈가 애매하면?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9959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9959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대응 발길이 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사이즈가 애매하면 [안내]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대응 발길이 확정 전 CUT 보류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14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9456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9456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9748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9748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20040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2004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886200"/>
            <a:ext cx="2286000" cy="1005840"/>
          </a:xfrm>
          <a:prstGeom prst="roundRect">
            <a:avLst>
              <a:gd name="adj" fmla="val 272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88620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하단 워킹화 배너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14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품질표시와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 [K02]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E-실리폴리렌 + 우드칩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M · L · 색상 [ 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1188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1188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29768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29768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아이콘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 · 건조기 · 표백제 주의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빈칸(모델명·색상·mm·보증일수·CS시간)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14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280160"/>
                <a:gridCol w="301752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270mm 257g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D1~D5 (손가락 4점 · 배치도 · 모형+인솔 · 프로필 · 인터뷰)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· I09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 1시간 · X-ray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측면 · 탑뷰 · 뒤꿈치 컵 · 도트 매크로 · 넣기 3스텝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I01~I10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M·L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✅ 270mm 한쪽 257g (10/09) · 230mm 값 추후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표기 없이 숫자만 쓰지 않기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257g(270mm)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— 11/11 오픈 역산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기획서로 견적·일정 확정 → 바로 제작 CUT부터 와이어 착수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계약 서명 · 코멘트 검수 (expert/doctor-collab-plan.md)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 · 10/24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· P03 사이즈 · 인솔 패드 재질 확인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 — 워킹화 #1~10 + 원장 D1~D5 + 인솔 #12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시안 → 원장 검수(08+·I09) → 수정 → 최종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11/3 → 11/8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수치 들어오는 즉시 카피 교체본 전달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즉시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디핏파트너 전달 — 제작 범위 · 자료 · 일정</a:t>
            </a:r>
            <a:endParaRPr lang="en-US" sz="2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223760"/>
                <a:gridCol w="1920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제작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상세 30 CUT + 인솔 상세 14 CUT (860px 세로) · 썸네일 10장(워킹화) · GIF 5종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제작 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01~09, 11, 15~21, 24~26, 28 · 인솔 01~04, 06~08, 12, 14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카피 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자리만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10·12~14·22·23·27 · 인솔 05·10·11·13 — 성적서·실측·사이즈 후 삽입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11/7까지 수령분만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08+ · 인솔 09 · 브로셔 출연면 — 게시 전 원장 서면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11/3 시안 → 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전달 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벡터(AI) · 밑창 리터칭 · 브랜드 필름 소스 · 행택/박스 문안 · 논문 카드 문구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10/24까지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2026-10-14T14:39:34Z</dcterms:created>
  <dcterms:modified xsi:type="dcterms:W3CDTF">2026-10-14T14:39:34Z</dcterms:modified>
</cp:coreProperties>
</file>