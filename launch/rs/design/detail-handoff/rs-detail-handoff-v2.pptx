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becd35a-1432-d895-8f36-402ab4db80e8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e2bb4578-bad3-677d-3bad-6e099d4fab3c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d4832334-1fb7-686b-f795-4c495680876b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c580b7db-9489-97d8-ccfb-d5fc2b464397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5e51cd12-4b7e-cf49-e2d5-c52ab7bfc1b2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d4ab2d29-c764-9ca2-825f-27ac9a32e643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실행" id="{58ff41ba-864c-1bcd-22cc-37062faf6c4e}">
          <p14:sldIdLst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14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'다른 신발용'. 워킹화는 깔창이 없는 구조라 워킹화와 묶는 표현 금지(와디즈 가격안 원칙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14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L 🔒 (P03 대응 발길이 확정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E-실리폴리렌 + 목공소 자투리 우드칩 (패드 재질 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I09 전문의 설계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4754880"/>
            <a:ext cx="0" cy="-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신던 신발은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렌더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(아치 곡선 · 뒤꿈치 컵 보이게)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단독 플로팅 렌더 · 아치 곡선 측면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바닥만 새로.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신는 운동화·출근화 속에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신발은 마음에 드는데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· 탑뷰 · 뒤꿈치 컵 · 도트 매크로 · 넣기 3스텝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검수(08+·I09)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06~08, 12, 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05·10·11·13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2026-10-14T13:37:30Z</dcterms:created>
  <dcterms:modified xsi:type="dcterms:W3CDTF">2026-10-14T13:37:30Z</dcterms:modified>
</cp:coreProperties>
</file>