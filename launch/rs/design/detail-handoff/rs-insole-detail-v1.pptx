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5d2aa1da-65b3-963f-3c5d-caf5a477051a}">
          <p14:sldIdLst>
            <p14:sldId id="256"/>
          </p14:sldIdLst>
        </p14:section>
        <p14:section name="인솔" id="{6035f57d-2b50-e289-d47e-99f3b44bbec8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요청: 오다리·평발·자세교정·발피로 저감에 적합한 후킹 → 그대로는 불가(의료기기법·표시광고법). 대체 카피 10안. 근거·대체 문장표: content/insole-detail-plan.md §0~1.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 후킹(대표 10/15): '오후 4시, 발이 먼저 퇴근하고 싶을 때.' — 효능 대신 상황 묘사.
비주얼: 오후 햇빛 + 벽시계 4시 + 신발 뒤축을 살짝 빼는 발(얼굴 없음). 인솔은 ICUT 02 끝에서 처음 등장.
숏폼 비트컷: 0.0s 시계 4시 → 0.5s 신발 뒤축 빼는 발 → 1.0s 신발 속 납작한 깔창 → 1.5s 아치가득 인솔 꺼내기.
'피로·통증·지친 발 회복' 등 효능 단어 추가 금지.
인솔은 '다른 신발용' — 워킹화와 묶는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'발 아픔·통증·평발' 등 의학 단어 금지. 상황 묘사만.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 4점이 별도 패드인지, 형상(돌기)인지 확인 필요(상품정보고시 🔴 패드 재질).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expert/doctor-collab-plan.md §2-#2. 와디즈 스토리에도 같은 블록.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INSOLE DETAIL v1 · 재피드백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기획안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754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· M(신발 220~255) / L(260~280) · 그레이 / 모카무스 · 국내 생산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CUT · 860px 세로형 · 스마트스토어 상세 = 와디즈 스토리 소스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2026-10-14 · ㈜알앤디메이커스 → 디핏파트너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14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후킹(01~02) → 구조 4가지(03~07) → 소재·전문의(08~09) → 사용·사이즈(10~11) → 구매(12~14)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14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후킹 카피 — 확정: 2번 (10/15)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80160"/>
                <a:gridCol w="54864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카피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아치 아래 빈 공간, 가득 채웠습니다.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04 본문 헤드로 활용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 4시, 발이 먼저 퇴근하고 싶을 때.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확정 (대표 10/15) — 히어로 · 썸네일 · 숏폼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신발 말고, 새 바닥.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짧고 강함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호기심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신발 속 깔창, 마지막으로 꺼내 본 게 언제인가요?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신발은 멀쩡한데, 바닥이 납작해서.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사회적증거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정형외과 전문의가 직접 신어 보고 의견을 준 인솔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 + 히어로 노출 동의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발바닥 모양대로, 빈틈없이.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타깃 호명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하루 7시간 서 있는 당신의 신발 속.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목공소 우드칩이 발밑으로 왔습니다.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우드칩 배합 확인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신던 신발은 그대로, 바닥만 새로.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서브카피로 강등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금칙어 — 교정 · 평발 · 오다리 · 자세교정 · 체형 · 족저근막염 · 통증 · 피로 감소/회복 · 치료 · 의료용 · 기능성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공산품 인솔이 교정·효능을 표방하면 의료기기 오인 광고 (판매중지·단속) + 전문의 출연 블록과 결합 시 원장 계약 제6조 위반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14   첫 화면 — 오후 4시 (확정 10/15)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상세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배경 · 라임 포인트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브랜드로 읽히게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01 다크 렌더와 톤 통일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681728" y="26243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818888" y="2834640"/>
            <a:ext cx="201168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55464" y="2834640"/>
            <a:ext cx="19385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벽시계 4시 + 오후 햇빛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뒤축을 살짝 빼는 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없음)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01768" y="4572000"/>
            <a:ext cx="1645920" cy="292608"/>
          </a:xfrm>
          <a:prstGeom prst="roundRect">
            <a:avLst>
              <a:gd name="adj" fmla="val 937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38344" y="457200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 장면 · 인솔은 ICUT 02 끝에 등장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확정(대표 10/15) · 평발·교정·피로감소 금칙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14   공감 — 신발이 아니라, 바닥이 납작해서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상황 묘사만, 통증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깔창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신발을 사기엔 아깝고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신발 속 납작한 기본 깔창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기본 깔창,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 신는 출근화,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사기엔 아까운 운동화.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바닥만 새로.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14   제품 등장 — 4가지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 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상세·행택 아이콘 통일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4종 그대로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67528" y="2514600"/>
            <a:ext cx="914400" cy="182880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04104" y="2514600"/>
            <a:ext cx="841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탑뷰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탑뷰 + 아이콘 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14   POINT 01 · 아치 라인을 따라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14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67528" y="2788920"/>
            <a:ext cx="914400" cy="192024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34340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84048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04688" y="30632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인솔 4점 실제 구조·패드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14   POINT 03 · 뒤꿈치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감싸는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 구조입니다.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14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14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14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 인솔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749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 착용해 보고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드렸습니다."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636008" y="4389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663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자문료를 받았습니다 (대가 표기)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인용 1문장 + 대가 표기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착용해 보고 의견을 드렸습니다."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원장 검수본만 · 효능 문구 같은 화면 ✗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14   이렇게 넣으세요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일반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사용 3스텝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빼기 → 대보기 → 넣기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가능 여부 확인 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Clove/르무통 사용 안내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빼기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532120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대보기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3276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15468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1546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위에 겹쳐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비교 사진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[재단 가능 시] 앞부분을 조금씩 잘라 맞추세요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넣으세요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기존 깔창을 빼고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길이를 대보고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신발 속에 넣으면 끝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재단 가능 여부 확인 (고시 취급주의 ⑤와 일치)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14   사이즈 M · L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사이즈가 애매하면?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9959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9959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대응 발길이 표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사이즈가 애매하면 [안내]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대응 발길이 확정 전 CUT 보류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14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9456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9456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9748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9748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20040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2004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886200"/>
            <a:ext cx="2286000" cy="1005840"/>
          </a:xfrm>
          <a:prstGeom prst="roundRect">
            <a:avLst>
              <a:gd name="adj" fmla="val 272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88620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3줄 + 하단 워킹화 배너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14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품질표시와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 [K02]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E-실리폴리렌 + 우드칩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M · L · 색상 [ 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1188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1188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29768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29768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아이콘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 · 건조기 · 표백제 주의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빈칸(모델명·색상·mm·보증일수·CS시간)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14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2026-10-15T00:50:23Z</dcterms:created>
  <dcterms:modified xsi:type="dcterms:W3CDTF">2026-10-15T00:50:23Z</dcterms:modified>
</cp:coreProperties>
</file>