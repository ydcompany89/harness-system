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db2676a6-19da-6fd7-be31-47bc031681af}">
          <p14:sldIdLst>
            <p14:sldId id="256"/>
          </p14:sldIdLst>
        </p14:section>
        <p14:section name="인솔" id="{303711bb-2412-f63e-8ac3-e8b1d075b924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요청: 오다리·평발·자세교정·발피로 저감에 적합한 후킹 → 그대로는 불가(의료기기법·표시광고법). 대체 카피 10안. 근거·대체 문장표: content/insole-detail-plan.md §0~1.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'다른 신발용'. 워킹화는 깔창이 없는 구조라 워킹화와 묶는 표현 금지(와디즈 가격안 원칙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INSOLE DETAIL v1 · 재피드백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 채웠습니다.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· M(신발 220~255) / L(260~280) · 그레이 / 모카무스 · 국내 생산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CUT · 860px 세로형 · 스마트스토어 상세 = 와디즈 스토리 소스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디핏파트너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후킹 카피 — 10안 (효능 표현 없이)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54864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카피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★A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아치 아래 빈 공간, 가득 채웠습니다.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— 제품명 '아치가득'과 직결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★B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4시, 발이 먼저 퇴근하고 싶을 때.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— 상황 묘사 · 숏폼 첫 1초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신발 말고, 새 바닥.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짧고 강함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호기심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 속 깔창, 마지막으로 꺼내 본 게 언제인가요?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신발은 멀쩡한데, 바닥이 납작해서.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정형외과 전문의가 직접 신어 보고 의견을 준 인솔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+ 히어로 노출 동의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발바닥 모양대로, 빈틈없이.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타깃 호명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7시간 서 있는 당신의 신발 속.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목공소 우드칩이 발밑으로 왔습니다.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우드칩 배합 확인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신던 신발은 그대로, 바닥만 새로.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서브카피로 강등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금칙어 — 교정 · 평발 · 오다리 · 자세교정 · 체형 · 족저근막염 · 통증 · 피로 감소/회복 · 치료 · 의료용 · 기능성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공산품 인솔이 교정·효능을 표방하면 의료기기 오인 광고 (판매중지·단속) + 전문의 출연 블록과 결합 시 원장 계약 제6조 위반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2624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렌더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(아치 곡선 · 뒤꿈치 컵 보이게)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단독 플로팅 렌더 · 아치 곡선 측면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[B안] 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A/B 택1 · 평발·교정·피로감소 금칙 (content/insole-detail-plan.md)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신발은 마음에 드는데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2026-10-14T22:56:38Z</dcterms:created>
  <dcterms:modified xsi:type="dcterms:W3CDTF">2026-10-14T22:56:39Z</dcterms:modified>
</cp:coreProperties>
</file>