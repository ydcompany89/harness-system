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f845ae7f-0cc2-37bf-2036-d017335759ac}">
          <p14:sldIdLst>
            <p14:sldId id="256"/>
          </p14:sldIdLst>
        </p14:section>
        <p14:section name="인솔" id="{ad98d673-583a-c642-0622-97bf917e426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 '헐거운 신발'은 ICUT 08(반굽·흘러내림)로 이어지는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v1 · 재피드백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반굽 M 15cm(신발 220~255) / L 17cm(260~280)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CUT · 860px 세로형 · 스마트스토어 상세 = 와디즈 스토리 소스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15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 5가지(03~08, 08 반굽) → 소재·전문의(09~10) → 사용·사이즈(11~12) → 구매(13~15)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확정: 2번 (10/15)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 본문 헤드로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확정 (대표 10/15) — 히어로 · 썸네일 · 숏폼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신발은 멀쩡한데, 바닥이 납작해서.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첫 화면 배지로 사용 (대표 10/15) · 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 (우드칩 확인 10/15)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15   첫 화면 — 오후 4시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노출 OK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톤 통일 · BARC 전문의 배지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81728" y="2103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681728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18888" y="2807208"/>
            <a:ext cx="2011680" cy="1371600"/>
          </a:xfrm>
          <a:prstGeom prst="roundRect">
            <a:avLst>
              <a:gd name="adj" fmla="val 2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807208"/>
            <a:ext cx="1938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벽시계 4시 + 오후 햇빛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뒤축을 살짝 빼는 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없음)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15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헐거워진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슬립온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때마다 헐거운 신발,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15   제품 등장 — 5가지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+ 반굽 길이 추가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+ 반굽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550408" y="4480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50408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길이 — 쓰던 깔창 밑에도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15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15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15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15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15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15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15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15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15   사이즈 M · 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15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15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15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2026-10-15T04:01:54Z</dcterms:created>
  <dcterms:modified xsi:type="dcterms:W3CDTF">2026-10-15T04:01:54Z</dcterms:modified>
</cp:coreProperties>
</file>