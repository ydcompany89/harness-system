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2B 상품설명서" id="{8810d8b9-9cee-f0e4-66ab-86040bcc454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워킹화 사진: 대표 제공 리터칭 이미지(2026-10-05). 인솔: 9/30 실물 리터칭. 밑창 패드: 양산 컬러(라임) 적용 이미지 — P18 확정 전 외부 배포 주의. 수량별 단가표는 원가 확정(F04) 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2B_ONE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5669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Made for Standing.</a:t>
            </a:r>
            <a:endParaRPr lang="en-US" sz="3600" dirty="0"/>
          </a:p>
        </p:txBody>
      </p:sp>
      <p:pic>
        <p:nvPicPr>
          <p:cNvPr id="3" name="RS 로고" descr="rs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603504" cy="507492"/>
          </a:xfrm>
          <a:prstGeom prst="rect">
            <a:avLst/>
          </a:prstGeom>
        </p:spPr>
      </p:pic>
      <p:sp>
        <p:nvSpPr>
          <p:cNvPr id="4" name="브랜드명"/>
          <p:cNvSpPr txBox="1"/>
          <p:nvPr/>
        </p:nvSpPr>
        <p:spPr>
          <a:xfrm>
            <a:off x="1298448" y="3840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RhaRa Shoe  라라슈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B2B 상품설명서 · ㈜알앤디메이커스</a:t>
            </a:r>
            <a:endParaRPr lang="en-US" sz="1500" dirty="0"/>
          </a:p>
        </p:txBody>
      </p:sp>
      <p:sp>
        <p:nvSpPr>
          <p:cNvPr id="5" name="오픈 배지"/>
          <p:cNvSpPr/>
          <p:nvPr/>
        </p:nvSpPr>
        <p:spPr>
          <a:xfrm>
            <a:off x="9811512" y="429768"/>
            <a:ext cx="18288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오픈 일자"/>
          <p:cNvSpPr txBox="1"/>
          <p:nvPr/>
        </p:nvSpPr>
        <p:spPr>
          <a:xfrm>
            <a:off x="9811512" y="429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2026.11.11 OPEN</a:t>
            </a:r>
            <a:endParaRPr lang="en-US" sz="1300" dirty="0"/>
          </a:p>
        </p:txBody>
      </p:sp>
      <p:sp>
        <p:nvSpPr>
          <p:cNvPr id="7" name="포지셔닝"/>
          <p:cNvSpPr txBox="1"/>
          <p:nvPr/>
        </p:nvSpPr>
        <p:spPr>
          <a:xfrm>
            <a:off x="6309360" y="1005840"/>
            <a:ext cx="5330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오래 서서 일하는 현장을 위한 업무용 워킹화와 인솔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식당·주방, 카페·베이커리, 매장·서비스 현장에 단체 공급합니다</a:t>
            </a:r>
            <a:endParaRPr lang="en-US" sz="1200" dirty="0"/>
          </a:p>
        </p:txBody>
      </p:sp>
      <p:sp>
        <p:nvSpPr>
          <p:cNvPr id="8" name="제품 카드"/>
          <p:cNvSpPr/>
          <p:nvPr/>
        </p:nvSpPr>
        <p:spPr>
          <a:xfrm>
            <a:off x="54864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9" name="제품 카드"/>
          <p:cNvSpPr/>
          <p:nvPr/>
        </p:nvSpPr>
        <p:spPr>
          <a:xfrm>
            <a:off x="434340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10" name="사진 패널"/>
          <p:cNvSpPr/>
          <p:nvPr/>
        </p:nvSpPr>
        <p:spPr>
          <a:xfrm>
            <a:off x="685800" y="2011680"/>
            <a:ext cx="333756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</p:spPr>
      </p:sp>
      <p:sp>
        <p:nvSpPr>
          <p:cNvPr id="11" name="사진 패널"/>
          <p:cNvSpPr/>
          <p:nvPr/>
        </p:nvSpPr>
        <p:spPr>
          <a:xfrm>
            <a:off x="4480560" y="2011680"/>
            <a:ext cx="333756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</p:spPr>
      </p:sp>
      <p:pic>
        <p:nvPicPr>
          <p:cNvPr id="12" name="워킹화 탑뷰" descr="tile-shoes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18" y="2057400"/>
            <a:ext cx="1936124" cy="2011680"/>
          </a:xfrm>
          <a:prstGeom prst="rect">
            <a:avLst/>
          </a:prstGeom>
        </p:spPr>
      </p:pic>
      <p:pic>
        <p:nvPicPr>
          <p:cNvPr id="13" name="인솔" descr="tile-insole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057400"/>
            <a:ext cx="2011680" cy="2011680"/>
          </a:xfrm>
          <a:prstGeom prst="rect">
            <a:avLst/>
          </a:prstGeom>
        </p:spPr>
      </p:pic>
      <p:sp>
        <p:nvSpPr>
          <p:cNvPr id="14" name="제품명"/>
          <p:cNvSpPr txBox="1"/>
          <p:nvPr/>
        </p:nvSpPr>
        <p:spPr>
          <a:xfrm>
            <a:off x="77724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쿼드그립 종일편한 워킹화</a:t>
            </a:r>
            <a:endParaRPr lang="en-US" sz="1700" dirty="0"/>
          </a:p>
        </p:txBody>
      </p:sp>
      <p:sp>
        <p:nvSpPr>
          <p:cNvPr id="15" name="가격"/>
          <p:cNvSpPr txBox="1"/>
          <p:nvPr/>
        </p:nvSpPr>
        <p:spPr>
          <a:xfrm>
            <a:off x="777240" y="4507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소비자가 42,500원</a:t>
            </a:r>
            <a:endParaRPr lang="en-US" sz="1200" dirty="0"/>
          </a:p>
        </p:txBody>
      </p:sp>
      <p:sp>
        <p:nvSpPr>
          <p:cNvPr id="16" name="번호"/>
          <p:cNvSpPr/>
          <p:nvPr/>
        </p:nvSpPr>
        <p:spPr>
          <a:xfrm>
            <a:off x="777240" y="489204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번호 글자"/>
          <p:cNvSpPr txBox="1"/>
          <p:nvPr/>
        </p:nvSpPr>
        <p:spPr>
          <a:xfrm>
            <a:off x="777240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구조 1"/>
          <p:cNvSpPr txBox="1"/>
          <p:nvPr/>
        </p:nvSpPr>
        <p:spPr>
          <a:xfrm>
            <a:off x="1106424" y="485546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쿼드그립 4점 패드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밑창 4곳 그립 패드</a:t>
            </a:r>
            <a:endParaRPr lang="en-US" sz="1100" dirty="0"/>
          </a:p>
        </p:txBody>
      </p:sp>
      <p:sp>
        <p:nvSpPr>
          <p:cNvPr id="19" name="번호"/>
          <p:cNvSpPr/>
          <p:nvPr/>
        </p:nvSpPr>
        <p:spPr>
          <a:xfrm>
            <a:off x="777240" y="520293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번호 글자"/>
          <p:cNvSpPr txBox="1"/>
          <p:nvPr/>
        </p:nvSpPr>
        <p:spPr>
          <a:xfrm>
            <a:off x="777240" y="5202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구조 2"/>
          <p:cNvSpPr txBox="1"/>
          <p:nvPr/>
        </p:nvSpPr>
        <p:spPr>
          <a:xfrm>
            <a:off x="1106424" y="516636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일체형 안창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깔창 없이 안창까지 한 몸</a:t>
            </a:r>
            <a:endParaRPr lang="en-US" sz="1100" dirty="0"/>
          </a:p>
        </p:txBody>
      </p:sp>
      <p:sp>
        <p:nvSpPr>
          <p:cNvPr id="22" name="번호"/>
          <p:cNvSpPr/>
          <p:nvPr/>
        </p:nvSpPr>
        <p:spPr>
          <a:xfrm>
            <a:off x="777240" y="551383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번호 글자"/>
          <p:cNvSpPr txBox="1"/>
          <p:nvPr/>
        </p:nvSpPr>
        <p:spPr>
          <a:xfrm>
            <a:off x="777240" y="5513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구조 3"/>
          <p:cNvSpPr txBox="1"/>
          <p:nvPr/>
        </p:nvSpPr>
        <p:spPr>
          <a:xfrm>
            <a:off x="1106424" y="547725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도톰한 발목 테두리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입구를 두껍게 마감</a:t>
            </a:r>
            <a:endParaRPr lang="en-US" sz="1100" dirty="0"/>
          </a:p>
        </p:txBody>
      </p:sp>
      <p:sp>
        <p:nvSpPr>
          <p:cNvPr id="25" name="제품명"/>
          <p:cNvSpPr txBox="1"/>
          <p:nvPr/>
        </p:nvSpPr>
        <p:spPr>
          <a:xfrm>
            <a:off x="457200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쿼드그립 아치가득 인솔</a:t>
            </a:r>
            <a:endParaRPr lang="en-US" sz="1700" dirty="0"/>
          </a:p>
        </p:txBody>
      </p:sp>
      <p:sp>
        <p:nvSpPr>
          <p:cNvPr id="26" name="가격"/>
          <p:cNvSpPr txBox="1"/>
          <p:nvPr/>
        </p:nvSpPr>
        <p:spPr>
          <a:xfrm>
            <a:off x="4572000" y="4507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소비자가 21,500원</a:t>
            </a:r>
            <a:endParaRPr lang="en-US" sz="1200" dirty="0"/>
          </a:p>
        </p:txBody>
      </p:sp>
      <p:sp>
        <p:nvSpPr>
          <p:cNvPr id="27" name="번호"/>
          <p:cNvSpPr/>
          <p:nvPr/>
        </p:nvSpPr>
        <p:spPr>
          <a:xfrm>
            <a:off x="4572000" y="489204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번호 글자"/>
          <p:cNvSpPr txBox="1"/>
          <p:nvPr/>
        </p:nvSpPr>
        <p:spPr>
          <a:xfrm>
            <a:off x="4572000" y="4892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구조 1"/>
          <p:cNvSpPr txBox="1"/>
          <p:nvPr/>
        </p:nvSpPr>
        <p:spPr>
          <a:xfrm>
            <a:off x="4901184" y="485546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아치가득 구조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아치 라인을 따라 채운 형태</a:t>
            </a:r>
            <a:endParaRPr lang="en-US" sz="1100" dirty="0"/>
          </a:p>
        </p:txBody>
      </p:sp>
      <p:sp>
        <p:nvSpPr>
          <p:cNvPr id="30" name="번호"/>
          <p:cNvSpPr/>
          <p:nvPr/>
        </p:nvSpPr>
        <p:spPr>
          <a:xfrm>
            <a:off x="4572000" y="520293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번호 글자"/>
          <p:cNvSpPr txBox="1"/>
          <p:nvPr/>
        </p:nvSpPr>
        <p:spPr>
          <a:xfrm>
            <a:off x="4572000" y="5202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구조 2"/>
          <p:cNvSpPr txBox="1"/>
          <p:nvPr/>
        </p:nvSpPr>
        <p:spPr>
          <a:xfrm>
            <a:off x="4901184" y="516636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뒤꿈치 컵 구조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뒤꿈치를 감싸는 컵 모양</a:t>
            </a:r>
            <a:endParaRPr lang="en-US" sz="1100" dirty="0"/>
          </a:p>
        </p:txBody>
      </p:sp>
      <p:sp>
        <p:nvSpPr>
          <p:cNvPr id="33" name="번호"/>
          <p:cNvSpPr/>
          <p:nvPr/>
        </p:nvSpPr>
        <p:spPr>
          <a:xfrm>
            <a:off x="4572000" y="551383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번호 글자"/>
          <p:cNvSpPr txBox="1"/>
          <p:nvPr/>
        </p:nvSpPr>
        <p:spPr>
          <a:xfrm>
            <a:off x="4572000" y="5513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구조 3"/>
          <p:cNvSpPr txBox="1"/>
          <p:nvPr/>
        </p:nvSpPr>
        <p:spPr>
          <a:xfrm>
            <a:off x="4901184" y="547725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우드칩 배합 소재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목공소 우드칩 새활용</a:t>
            </a:r>
            <a:endParaRPr lang="en-US" sz="1100" dirty="0"/>
          </a:p>
        </p:txBody>
      </p:sp>
      <p:sp>
        <p:nvSpPr>
          <p:cNvPr id="36" name="B2B 카드"/>
          <p:cNvSpPr/>
          <p:nvPr/>
        </p:nvSpPr>
        <p:spPr>
          <a:xfrm>
            <a:off x="8138160" y="1874520"/>
            <a:ext cx="3502152" cy="4023360"/>
          </a:xfrm>
          <a:prstGeom prst="roundRect">
            <a:avLst>
              <a:gd name="adj" fmla="val 2089"/>
            </a:avLst>
          </a:prstGeom>
          <a:solidFill>
            <a:schemeClr val="accent6"/>
          </a:solidFill>
          <a:ln/>
        </p:spPr>
      </p:sp>
      <p:pic>
        <p:nvPicPr>
          <p:cNvPr id="37" name="밑창 그립 패드" descr="tile-outso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011680"/>
            <a:ext cx="3227832" cy="1318031"/>
          </a:xfrm>
          <a:prstGeom prst="rect">
            <a:avLst/>
          </a:prstGeom>
        </p:spPr>
      </p:pic>
      <p:sp>
        <p:nvSpPr>
          <p:cNvPr id="38" name="패드 캡션"/>
          <p:cNvSpPr txBox="1"/>
          <p:nvPr/>
        </p:nvSpPr>
        <p:spPr>
          <a:xfrm>
            <a:off x="8366760" y="3375431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밑창 그립 패드 · 양산 컬러(라임) 적용 이미지</a:t>
            </a:r>
            <a:endParaRPr lang="en-US" sz="1000" dirty="0"/>
          </a:p>
        </p:txBody>
      </p:sp>
      <p:sp>
        <p:nvSpPr>
          <p:cNvPr id="39" name="B2B 제목"/>
          <p:cNvSpPr txBox="1"/>
          <p:nvPr/>
        </p:nvSpPr>
        <p:spPr>
          <a:xfrm>
            <a:off x="8366760" y="3695471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B2B 공급 안내</a:t>
            </a:r>
            <a:endParaRPr lang="en-US" sz="1600" dirty="0"/>
          </a:p>
        </p:txBody>
      </p:sp>
      <p:sp>
        <p:nvSpPr>
          <p:cNvPr id="40" name="공급 1"/>
          <p:cNvSpPr txBox="1"/>
          <p:nvPr/>
        </p:nvSpPr>
        <p:spPr>
          <a:xfrm>
            <a:off x="8366760" y="4088663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공급 대상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외식 프랜차이즈 · 급식 · 리테일 매장</a:t>
            </a:r>
            <a:endParaRPr lang="en-US" sz="1100" dirty="0"/>
          </a:p>
        </p:txBody>
      </p:sp>
      <p:sp>
        <p:nvSpPr>
          <p:cNvPr id="41" name="공급 2"/>
          <p:cNvSpPr txBox="1"/>
          <p:nvPr/>
        </p:nvSpPr>
        <p:spPr>
          <a:xfrm>
            <a:off x="8366760" y="4527575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공급 방식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단체 구매 · 직원 지급 · 유통 입점</a:t>
            </a:r>
            <a:endParaRPr lang="en-US" sz="1100" dirty="0"/>
          </a:p>
        </p:txBody>
      </p:sp>
      <p:sp>
        <p:nvSpPr>
          <p:cNvPr id="42" name="공급 3"/>
          <p:cNvSpPr txBox="1"/>
          <p:nvPr/>
        </p:nvSpPr>
        <p:spPr>
          <a:xfrm>
            <a:off x="8366760" y="4966487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단가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수량별 개별 견적 · 세금계산서 발행</a:t>
            </a:r>
            <a:endParaRPr lang="en-US" sz="1100" dirty="0"/>
          </a:p>
        </p:txBody>
      </p:sp>
      <p:sp>
        <p:nvSpPr>
          <p:cNvPr id="43" name="공급 4"/>
          <p:cNvSpPr txBox="1"/>
          <p:nvPr/>
        </p:nvSpPr>
        <p:spPr>
          <a:xfrm>
            <a:off x="8366760" y="5405399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ESG 소재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폐타이어 고무 · 폐벽지 PVC 새활용 패드</a:t>
            </a:r>
            <a:endParaRPr lang="en-US" sz="1100" dirty="0"/>
          </a:p>
        </p:txBody>
      </p:sp>
      <p:sp>
        <p:nvSpPr>
          <p:cNvPr id="44" name="박람회"/>
          <p:cNvSpPr txBox="1"/>
          <p:nvPr/>
        </p:nvSpPr>
        <p:spPr>
          <a:xfrm>
            <a:off x="548640" y="60533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실물 상담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킨텍스 메가쇼 11.12–15  ·  서울디자인페어(코엑스) 11.26–29</a:t>
            </a:r>
            <a:endParaRPr lang="en-US" sz="1100" dirty="0"/>
          </a:p>
        </p:txBody>
      </p:sp>
      <p:sp>
        <p:nvSpPr>
          <p:cNvPr id="45" name="문의"/>
          <p:cNvSpPr txBox="1"/>
          <p:nvPr/>
        </p:nvSpPr>
        <p:spPr>
          <a:xfrm>
            <a:off x="8412480" y="5989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단체 구매·입점 문의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rharashoe.netlify.app</a:t>
            </a:r>
            <a:endParaRPr lang="en-US" sz="1100" dirty="0"/>
          </a:p>
        </p:txBody>
      </p:sp>
      <p:pic>
        <p:nvPicPr>
          <p:cNvPr id="46" name="QR" descr="qr-b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596188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S RhaRa Shoe Light">
  <a:themeElements>
    <a:clrScheme name="RS RhaRa Shoe Light">
      <a:dk1>
        <a:srgbClr val="0B0B0B"/>
      </a:dk1>
      <a:lt1>
        <a:srgbClr val="FFFFFF"/>
      </a:lt1>
      <a:dk2>
        <a:srgbClr val="5E5E5A"/>
      </a:dk2>
      <a:lt2>
        <a:srgbClr val="F2F2EE"/>
      </a:lt2>
      <a:accent1>
        <a:srgbClr val="C6F432"/>
      </a:accent1>
      <a:accent2>
        <a:srgbClr val="0B0B0B"/>
      </a:accent2>
      <a:accent3>
        <a:srgbClr val="E2E2DC"/>
      </a:accent3>
      <a:accent4>
        <a:srgbClr val="EDEDE8"/>
      </a:accent4>
      <a:accent5>
        <a:srgbClr val="9A9A94"/>
      </a:accent5>
      <a:accent6>
        <a:srgbClr val="161616"/>
      </a:accent6>
      <a:hlink>
        <a:srgbClr val="0B0B0B"/>
      </a:hlink>
      <a:folHlink>
        <a:srgbClr val="0B0B0B"/>
      </a:folHlink>
    </a:clrScheme>
    <a:fontScheme name="RS RhaRa Shoe Ligh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RhaRa Shoe B2B 상품설명서</dc:title>
  <dc:subject>PptxGenJS Presentation</dc:subject>
  <dc:creator>㈜알앤디메이커스</dc:creator>
  <cp:lastModifiedBy>㈜알앤디메이커스</cp:lastModifiedBy>
  <cp:revision>1</cp:revision>
  <dcterms:created xsi:type="dcterms:W3CDTF">2026-10-05T08:22:33Z</dcterms:created>
  <dcterms:modified xsi:type="dcterms:W3CDTF">2026-10-05T08:22:33Z</dcterms:modified>
</cp:coreProperties>
</file>