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상품소개서" id="{60c27a1a-8719-f51a-f86c-91c5fc965f4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사진은 9/30 시사출 실물을 리터칭(배경 제거·조명 보정)한 것. 밑창 패드는 양산 컬러(라임) 적용 이미지 — 라파 양산 컬러 확정(P18) 전 외부 배포 시 주의. 10/28 촬영본으로 교체 예정.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PAGER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6035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Made for Standing.</a:t>
            </a:r>
            <a:endParaRPr lang="en-US" sz="3600" dirty="0"/>
          </a:p>
        </p:txBody>
      </p:sp>
      <p:pic>
        <p:nvPicPr>
          <p:cNvPr id="3" name="RS 로고" descr="r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603504" cy="507492"/>
          </a:xfrm>
          <a:prstGeom prst="rect">
            <a:avLst/>
          </a:prstGeom>
        </p:spPr>
      </p:pic>
      <p:sp>
        <p:nvSpPr>
          <p:cNvPr id="4" name="브랜드명"/>
          <p:cNvSpPr txBox="1"/>
          <p:nvPr/>
        </p:nvSpPr>
        <p:spPr>
          <a:xfrm>
            <a:off x="1298448" y="3840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RhaRa Shoe  라라슈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㈜알앤디메이커스 · 1차 라인업</a:t>
            </a:r>
            <a:endParaRPr lang="en-US" sz="1500" dirty="0"/>
          </a:p>
        </p:txBody>
      </p:sp>
      <p:sp>
        <p:nvSpPr>
          <p:cNvPr id="5" name="오픈 배지"/>
          <p:cNvSpPr/>
          <p:nvPr/>
        </p:nvSpPr>
        <p:spPr>
          <a:xfrm>
            <a:off x="9811512" y="429768"/>
            <a:ext cx="18288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오픈 일자"/>
          <p:cNvSpPr txBox="1"/>
          <p:nvPr/>
        </p:nvSpPr>
        <p:spPr>
          <a:xfrm>
            <a:off x="9811512" y="429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2026.11.11 OPEN</a:t>
            </a:r>
            <a:endParaRPr lang="en-US" sz="1300" dirty="0"/>
          </a:p>
        </p:txBody>
      </p:sp>
      <p:sp>
        <p:nvSpPr>
          <p:cNvPr id="7" name="시작 이야기"/>
          <p:cNvSpPr txBox="1"/>
          <p:nvPr/>
        </p:nvSpPr>
        <p:spPr>
          <a:xfrm>
            <a:off x="6675120" y="1005840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“깔창이 자꾸 딸려 나와요”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김밥집 사장님의 한마디에서 시작한, 서서 일하는 하루를 위한 신발</a:t>
            </a:r>
            <a:endParaRPr lang="en-US" sz="1200" dirty="0"/>
          </a:p>
        </p:txBody>
      </p:sp>
      <p:sp>
        <p:nvSpPr>
          <p:cNvPr id="8" name="제품 카드"/>
          <p:cNvSpPr/>
          <p:nvPr/>
        </p:nvSpPr>
        <p:spPr>
          <a:xfrm>
            <a:off x="548640" y="1874520"/>
            <a:ext cx="5413248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9" name="제품 카드"/>
          <p:cNvSpPr/>
          <p:nvPr/>
        </p:nvSpPr>
        <p:spPr>
          <a:xfrm>
            <a:off x="6236208" y="1874520"/>
            <a:ext cx="5413248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pic>
        <p:nvPicPr>
          <p:cNvPr id="10" name="워킹화 탑뷰(실물 리터칭)" descr="tile-sh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84248"/>
            <a:ext cx="2194560" cy="1755648"/>
          </a:xfrm>
          <a:prstGeom prst="rect">
            <a:avLst/>
          </a:prstGeom>
        </p:spPr>
      </p:pic>
      <p:pic>
        <p:nvPicPr>
          <p:cNvPr id="11" name="밑창 그립 패드" descr="tile-outs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2148840"/>
            <a:ext cx="2889504" cy="1179881"/>
          </a:xfrm>
          <a:prstGeom prst="rect">
            <a:avLst/>
          </a:prstGeom>
        </p:spPr>
      </p:pic>
      <p:sp>
        <p:nvSpPr>
          <p:cNvPr id="12" name="패드 캡션"/>
          <p:cNvSpPr txBox="1"/>
          <p:nvPr/>
        </p:nvSpPr>
        <p:spPr>
          <a:xfrm>
            <a:off x="2962656" y="3383585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밑창 · 양산 컬러(라임) 적용 이미지</a:t>
            </a:r>
            <a:endParaRPr lang="en-US" sz="1000" dirty="0"/>
          </a:p>
        </p:txBody>
      </p:sp>
      <p:pic>
        <p:nvPicPr>
          <p:cNvPr id="13" name="인솔(실물 리터칭)" descr="tile-inso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053" y="1984248"/>
            <a:ext cx="2867558" cy="1792224"/>
          </a:xfrm>
          <a:prstGeom prst="rect">
            <a:avLst/>
          </a:prstGeom>
        </p:spPr>
      </p:pic>
      <p:sp>
        <p:nvSpPr>
          <p:cNvPr id="14" name="제품명"/>
          <p:cNvSpPr txBox="1"/>
          <p:nvPr/>
        </p:nvSpPr>
        <p:spPr>
          <a:xfrm>
            <a:off x="822960" y="399592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쿼드그립 종일편한 워킹화</a:t>
            </a:r>
            <a:endParaRPr lang="en-US" sz="1900" dirty="0"/>
          </a:p>
        </p:txBody>
      </p:sp>
      <p:sp>
        <p:nvSpPr>
          <p:cNvPr id="15" name="가격"/>
          <p:cNvSpPr txBox="1"/>
          <p:nvPr/>
        </p:nvSpPr>
        <p:spPr>
          <a:xfrm>
            <a:off x="4224528" y="3995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42,500원</a:t>
            </a:r>
            <a:endParaRPr lang="en-US" sz="1900" dirty="0"/>
          </a:p>
        </p:txBody>
      </p:sp>
      <p:sp>
        <p:nvSpPr>
          <p:cNvPr id="16" name="한줄 설명"/>
          <p:cNvSpPr txBox="1"/>
          <p:nvPr/>
        </p:nvSpPr>
        <p:spPr>
          <a:xfrm>
            <a:off x="822960" y="43982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주방·매장·현장에서 오래 서는 분들을 위한 신발</a:t>
            </a:r>
            <a:endParaRPr lang="en-US" sz="1200" dirty="0"/>
          </a:p>
        </p:txBody>
      </p:sp>
      <p:sp>
        <p:nvSpPr>
          <p:cNvPr id="17" name="번호"/>
          <p:cNvSpPr/>
          <p:nvPr/>
        </p:nvSpPr>
        <p:spPr>
          <a:xfrm>
            <a:off x="822960" y="477316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번호 글자"/>
          <p:cNvSpPr txBox="1"/>
          <p:nvPr/>
        </p:nvSpPr>
        <p:spPr>
          <a:xfrm>
            <a:off x="822960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구조 1"/>
          <p:cNvSpPr txBox="1"/>
          <p:nvPr/>
        </p:nvSpPr>
        <p:spPr>
          <a:xfrm>
            <a:off x="1207008" y="4745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쿼드그립 4점 패드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밑창 4곳, 폐타이어 새활용 고무</a:t>
            </a:r>
            <a:endParaRPr lang="en-US" sz="1200" dirty="0"/>
          </a:p>
        </p:txBody>
      </p:sp>
      <p:sp>
        <p:nvSpPr>
          <p:cNvPr id="20" name="번호"/>
          <p:cNvSpPr/>
          <p:nvPr/>
        </p:nvSpPr>
        <p:spPr>
          <a:xfrm>
            <a:off x="822960" y="51114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번호 글자"/>
          <p:cNvSpPr txBox="1"/>
          <p:nvPr/>
        </p:nvSpPr>
        <p:spPr>
          <a:xfrm>
            <a:off x="82296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구조 2"/>
          <p:cNvSpPr txBox="1"/>
          <p:nvPr/>
        </p:nvSpPr>
        <p:spPr>
          <a:xfrm>
            <a:off x="1207008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깔창 없는 일체형 안창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E-실리폴리렌으로 안창까지 한 몸</a:t>
            </a:r>
            <a:endParaRPr lang="en-US" sz="1200" dirty="0"/>
          </a:p>
        </p:txBody>
      </p:sp>
      <p:sp>
        <p:nvSpPr>
          <p:cNvPr id="23" name="번호"/>
          <p:cNvSpPr/>
          <p:nvPr/>
        </p:nvSpPr>
        <p:spPr>
          <a:xfrm>
            <a:off x="822960" y="544982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번호 글자"/>
          <p:cNvSpPr txBox="1"/>
          <p:nvPr/>
        </p:nvSpPr>
        <p:spPr>
          <a:xfrm>
            <a:off x="822960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구조 3"/>
          <p:cNvSpPr txBox="1"/>
          <p:nvPr/>
        </p:nvSpPr>
        <p:spPr>
          <a:xfrm>
            <a:off x="1207008" y="54223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도톰한 발목 테두리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입구 테두리를 다른 부분보다 두껍게</a:t>
            </a:r>
            <a:endParaRPr lang="en-US" sz="1200" dirty="0"/>
          </a:p>
        </p:txBody>
      </p:sp>
      <p:sp>
        <p:nvSpPr>
          <p:cNvPr id="26" name="제품명"/>
          <p:cNvSpPr txBox="1"/>
          <p:nvPr/>
        </p:nvSpPr>
        <p:spPr>
          <a:xfrm>
            <a:off x="6510528" y="399592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쿼드그립 아치가득 인솔</a:t>
            </a:r>
            <a:endParaRPr lang="en-US" sz="1900" dirty="0"/>
          </a:p>
        </p:txBody>
      </p:sp>
      <p:sp>
        <p:nvSpPr>
          <p:cNvPr id="27" name="가격"/>
          <p:cNvSpPr txBox="1"/>
          <p:nvPr/>
        </p:nvSpPr>
        <p:spPr>
          <a:xfrm>
            <a:off x="9912096" y="3995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21,500원</a:t>
            </a:r>
            <a:endParaRPr lang="en-US" sz="1900" dirty="0"/>
          </a:p>
        </p:txBody>
      </p:sp>
      <p:sp>
        <p:nvSpPr>
          <p:cNvPr id="28" name="한줄 설명"/>
          <p:cNvSpPr txBox="1"/>
          <p:nvPr/>
        </p:nvSpPr>
        <p:spPr>
          <a:xfrm>
            <a:off x="6510528" y="43982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가지고 계신 신발에 넣어 쓰는 인솔</a:t>
            </a:r>
            <a:endParaRPr lang="en-US" sz="1200" dirty="0"/>
          </a:p>
        </p:txBody>
      </p:sp>
      <p:sp>
        <p:nvSpPr>
          <p:cNvPr id="29" name="번호"/>
          <p:cNvSpPr/>
          <p:nvPr/>
        </p:nvSpPr>
        <p:spPr>
          <a:xfrm>
            <a:off x="6510528" y="477316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번호 글자"/>
          <p:cNvSpPr txBox="1"/>
          <p:nvPr/>
        </p:nvSpPr>
        <p:spPr>
          <a:xfrm>
            <a:off x="6510528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구조 1"/>
          <p:cNvSpPr txBox="1"/>
          <p:nvPr/>
        </p:nvSpPr>
        <p:spPr>
          <a:xfrm>
            <a:off x="6894576" y="4745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아치가득 구조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발 아치 라인을 따라 가득 채운 형태</a:t>
            </a:r>
            <a:endParaRPr lang="en-US" sz="1200" dirty="0"/>
          </a:p>
        </p:txBody>
      </p:sp>
      <p:sp>
        <p:nvSpPr>
          <p:cNvPr id="32" name="번호"/>
          <p:cNvSpPr/>
          <p:nvPr/>
        </p:nvSpPr>
        <p:spPr>
          <a:xfrm>
            <a:off x="6510528" y="51114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번호 글자"/>
          <p:cNvSpPr txBox="1"/>
          <p:nvPr/>
        </p:nvSpPr>
        <p:spPr>
          <a:xfrm>
            <a:off x="6510528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구조 2"/>
          <p:cNvSpPr txBox="1"/>
          <p:nvPr/>
        </p:nvSpPr>
        <p:spPr>
          <a:xfrm>
            <a:off x="6894576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뒤꿈치 컵 구조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뒤꿈치를 감싸는 컵 모양</a:t>
            </a:r>
            <a:endParaRPr lang="en-US" sz="1200" dirty="0"/>
          </a:p>
        </p:txBody>
      </p:sp>
      <p:sp>
        <p:nvSpPr>
          <p:cNvPr id="35" name="번호"/>
          <p:cNvSpPr/>
          <p:nvPr/>
        </p:nvSpPr>
        <p:spPr>
          <a:xfrm>
            <a:off x="6510528" y="544982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번호 글자"/>
          <p:cNvSpPr txBox="1"/>
          <p:nvPr/>
        </p:nvSpPr>
        <p:spPr>
          <a:xfrm>
            <a:off x="6510528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구조 3"/>
          <p:cNvSpPr txBox="1"/>
          <p:nvPr/>
        </p:nvSpPr>
        <p:spPr>
          <a:xfrm>
            <a:off x="6894576" y="54223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우드칩 배합 소재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목공소 자투리 우드칩을 섞은 E-실리폴리렌</a:t>
            </a:r>
            <a:endParaRPr lang="en-US" sz="1200" dirty="0"/>
          </a:p>
        </p:txBody>
      </p:sp>
      <p:sp>
        <p:nvSpPr>
          <p:cNvPr id="38" name="소재 메시지"/>
          <p:cNvSpPr txBox="1"/>
          <p:nvPr/>
        </p:nvSpPr>
        <p:spPr>
          <a:xfrm>
            <a:off x="548640" y="6053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From Road to Floor.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도로를 달리던 폐타이어 고무가, 주방 바닥의 그립 패드로.</a:t>
            </a:r>
            <a:endParaRPr lang="en-US" sz="1300" dirty="0"/>
          </a:p>
        </p:txBody>
      </p:sp>
      <p:sp>
        <p:nvSpPr>
          <p:cNvPr id="39" name="문의"/>
          <p:cNvSpPr txBox="1"/>
          <p:nvPr/>
        </p:nvSpPr>
        <p:spPr>
          <a:xfrm>
            <a:off x="8412480" y="5989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오픈 알림·체험단·단체 문의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rharashoe.netlify.app</a:t>
            </a:r>
            <a:endParaRPr lang="en-US" sz="1100" dirty="0"/>
          </a:p>
        </p:txBody>
      </p:sp>
      <p:pic>
        <p:nvPicPr>
          <p:cNvPr id="40" name="QR" descr="qr-onepa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596188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S RhaRa Shoe">
  <a:themeElements>
    <a:clrScheme name="RS RhaRa Shoe">
      <a:dk1>
        <a:srgbClr val="0B0B0B"/>
      </a:dk1>
      <a:lt1>
        <a:srgbClr val="EDEDE8"/>
      </a:lt1>
      <a:dk2>
        <a:srgbClr val="161616"/>
      </a:dk2>
      <a:lt2>
        <a:srgbClr val="9A9A94"/>
      </a:lt2>
      <a:accent1>
        <a:srgbClr val="C6F432"/>
      </a:accent1>
      <a:accent2>
        <a:srgbClr val="2A2A2A"/>
      </a:accent2>
      <a:accent3>
        <a:srgbClr val="6E6E68"/>
      </a:accent3>
      <a:accent4>
        <a:srgbClr val="C6F432"/>
      </a:accent4>
      <a:accent5>
        <a:srgbClr val="EDEDE8"/>
      </a:accent5>
      <a:accent6>
        <a:srgbClr val="0B0B0B"/>
      </a:accent6>
      <a:hlink>
        <a:srgbClr val="C6F432"/>
      </a:hlink>
      <a:folHlink>
        <a:srgbClr val="C6F432"/>
      </a:folHlink>
    </a:clrScheme>
    <a:fontScheme name="RS 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RhaRa Shoe 1차 라인업 상품소개서</dc:title>
  <dc:subject>PptxGenJS Presentation</dc:subject>
  <dc:creator>㈜알앤디메이커스</dc:creator>
  <cp:lastModifiedBy>㈜알앤디메이커스</cp:lastModifiedBy>
  <cp:revision>1</cp:revision>
  <dcterms:created xsi:type="dcterms:W3CDTF">2026-10-05T08:07:38Z</dcterms:created>
  <dcterms:modified xsi:type="dcterms:W3CDTF">2026-10-05T08:07:38Z</dcterms:modified>
</cp:coreProperties>
</file>