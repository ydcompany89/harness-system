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arness-system/launch/rs/design/fair-print/assets/outsole-stu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pic>
        <p:nvPicPr>
          <p:cNvPr id="4" name="Image 1" descr="/home/user/harness-system/launch/rs/design/fair-print/assets/rs-logo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307592" cy="1097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3774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 전문의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자문 제안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서서 일하는 사람을 위한 신발 RS — 워킹화 · 아치 인솔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394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㈜알앤디메이커스  대표이사 신동규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고무를 다시 신발로 만드는 제조사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새활용 소재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폐타이어 재생고무 · 실크벽지에서 분리한 재생 PVC를 신발 소재로 씁니다.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이력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다이소 전국 매장 욕실화 입점 · 오피스디포 · 롯데패키징앤솔루션 · 서브원 납품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과제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창업진흥원 국가과제(2023) · 환경부 새활용 산업 육성 지원사업(2024, 2026 2차)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114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라라슈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2026.11.11 첫 런칭 — 서서 일하는 사람을 위한 워킹화와 아치 인솔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환경부 지원사업은 '수행'이며 인증이 아닙니다.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하루를 서서 보내는 사람들의 신발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44240" cy="1463040"/>
          </a:xfrm>
          <a:prstGeom prst="roundRect">
            <a:avLst>
              <a:gd name="adj" fmla="val 5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 조리사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바닥 · 물청소 · 무거운 조리 도구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58640" y="1737360"/>
            <a:ext cx="3444240" cy="1463040"/>
          </a:xfrm>
          <a:prstGeom prst="roundRect">
            <a:avLst>
              <a:gd name="adj" fmla="val 5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 사장님 · 셰프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틈 없는 피크 타임, 기름 묻은 주방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77200" y="1737360"/>
            <a:ext cx="3444240" cy="1463040"/>
          </a:xfrm>
          <a:prstGeom prst="roundRect">
            <a:avLst>
              <a:gd name="adj" fmla="val 5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5800" y="1920240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병원 · 미화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단단한 바닥 위에서 하루 종일 서서 이동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"퇴근하면 신발부터 벗고 싶다" — 친구 셋의 가게에서 시작했습니다.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원장님께 여쭙고 싶습니다: 이 사람들의 발을 위해, 신발 설계에서 무엇을 놓치고 있을까요?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종일편한 워킹화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4</a:t>
            </a:r>
            <a:endParaRPr lang="en-US" sz="900" dirty="0"/>
          </a:p>
        </p:txBody>
      </p:sp>
      <p:pic>
        <p:nvPicPr>
          <p:cNvPr id="5" name="Image 0" descr="/home/user/harness-system/launch/rs/design/fair-print/assets/walking-c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347472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4점 패드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밑창 4곳에 별도 배합(폐타이어 재생고무 + 재생 PVC) 그립 패드를 끼워 넣은 구조 · 특허 출원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743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깔창 없는 일체형 안창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E-실리폴리렌(EVA + 실리콘 배합)으로 안창까지 한 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7490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도톰한 발목 테두리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발이 들어가는 입구를 다른 부분보다 두껍게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7548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270mm 한쪽 257g (실측)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5852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230~280mm · 국내 제조 · 미끄럼 저항(KS M ISO 13287)·반발탄성 시험 의뢰 예정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쿼드그립 아치가득 인솔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5</a:t>
            </a:r>
            <a:endParaRPr lang="en-US" sz="900" dirty="0"/>
          </a:p>
        </p:txBody>
      </p:sp>
      <p:pic>
        <p:nvPicPr>
          <p:cNvPr id="5" name="Image 0" descr="/home/user/harness-system/launch/rs/design/fair-print/assets/insole-c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4023360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17373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아치가득 구조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 아치 라인을 따라 가득 채운 형태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7432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뒤꿈치를 감싸는 컵 모양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37490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우드칩 배합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목공소 자투리 우드칩을 E-실리폴리렌에 배합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4754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가지고 계신 운동화·구두에 넣어 쓰는 인솔 (워킹화에는 필요 없음)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의료기기가 아닌 공산품입니다 — 교정·치료 효능을 표방하지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원장님께 여쭙고 싶은 설계 질문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패드 4점 배치 — 뒤꿈치 후방(처음 딛는 바깥 모서리)에도 패드가 필요할까요?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2199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일체형 안창의 아치 높이 — 평발·요족도 무리 없을까요?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43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4378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발볼(라스트 폭) — 발볼이 넓거나 무지외반인 분 기준으로는?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655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뒤꿈치 트임(클로그형) — 장시간 기립 근무에 괜찮은 형태일까요?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8736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인솔의 아치 높이 · 길이 · 뒤꿈치 컵 깊이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709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0916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서서 일하는 분이 신발을 고를 때 보는 일반 기준 3가지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330952"/>
            <a:ext cx="438912" cy="438912"/>
          </a:xfrm>
          <a:prstGeom prst="ellipse">
            <a:avLst/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330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3309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원장님 이름과 함께 쓰기 불편한 표현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 범위 제안 — 세 가지 중 편하신 방식으로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98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1회 자문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착용 평가 1회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상세페이지용 코멘트 1~2문장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 · 사용 1년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58640" y="173736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298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연간 자문위원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분기 1회 설계 리뷰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신제품(조리화·주방화) 자문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콘텐츠 1편 (인터뷰/칼럼)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77200" y="1737360"/>
            <a:ext cx="3444240" cy="2377440"/>
          </a:xfrm>
          <a:prstGeom prst="roundRect">
            <a:avLst>
              <a:gd name="adj" fmla="val 3077"/>
            </a:avLst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5800" y="1920240"/>
            <a:ext cx="298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착용 의견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착용 후 의견만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이름·사진 사용은 별도 동의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자문료 · 기간 · 사용 매체(상세페이지 · 홈페이지 · SNS · 보도자료 · B2B 제안서)는 협의 후 계약서에 명시합니다.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먼저 약속드리는 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효능 표방 안 함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· 통증 · 질환명 표현을 쓰지 않습니다.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58640" y="17373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19202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검수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원장님 코멘트 · 사진은 검수 후에만 게시, 문장 임의 편집 없음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77200" y="17373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5800" y="19202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 관계 공개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'자문위원으로 자문료를 받았습니다'를 함께 표기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5204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'추천'이 아닌 '설계 자문'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추천자가 아니라 설계 자문으로 소개합니다.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58640" y="33375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87240" y="35204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범위 선택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병원명 노출 여부는 원장님 선택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77200" y="3337560"/>
            <a:ext cx="3444240" cy="1325880"/>
          </a:xfrm>
          <a:prstGeom prst="roundRect">
            <a:avLst>
              <a:gd name="adj" fmla="val 5517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5800" y="3520440"/>
            <a:ext cx="298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6F4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후 정리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종료 시 기한 내 게시물 정리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다음 단계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9494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· RhaRa Shoe  ·  전문의 자문 제안  · 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737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착용 · 설계 의견 · 자문 방식 선택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~10/17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14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· 대가 공개 문구 확정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~10/21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2918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코멘트 초안 전달 → 원장님 검수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~10/24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40690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코멘트 · 프로필 사진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C6F432"/>
          </a:solidFill>
          <a:ln w="12700">
            <a:solidFill>
              <a:srgbClr val="C6F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84632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3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 런칭 (메가쇼 킨텍스 11/12~15)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㈜알앤디메이커스 대표이사 신동규  ·  010-6880-2516  ·  rndceo@rndmakers.kr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S Briefing">
  <a:themeElements>
    <a:clrScheme name="RS Briefing">
      <a:dk1>
        <a:srgbClr val="232323"/>
      </a:dk1>
      <a:lt1>
        <a:srgbClr val="FFFFFF"/>
      </a:lt1>
      <a:dk2>
        <a:srgbClr val="0D0D0D"/>
      </a:dk2>
      <a:lt2>
        <a:srgbClr val="F5F2EC"/>
      </a:lt2>
      <a:accent1>
        <a:srgbClr val="C6F432"/>
      </a:accent1>
      <a:accent2>
        <a:srgbClr val="3D4A12"/>
      </a:accent2>
      <a:accent3>
        <a:srgbClr val="7E9C7E"/>
      </a:accent3>
      <a:accent4>
        <a:srgbClr val="8A8A86"/>
      </a:accent4>
      <a:accent5>
        <a:srgbClr val="D9D6CF"/>
      </a:accent5>
      <a:accent6>
        <a:srgbClr val="FF6B3D"/>
      </a:accent6>
      <a:hlink>
        <a:srgbClr val="3D4A12"/>
      </a:hlink>
      <a:folHlink>
        <a:srgbClr val="7E9C7E"/>
      </a:folHlink>
    </a:clrScheme>
    <a:fontScheme name="RS Briefi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 전문의 자문 제안 브리핑</dc:title>
  <dc:subject>PptxGenJS Presentation</dc:subject>
  <dc:creator>㈜알앤디메이커스</dc:creator>
  <cp:lastModifiedBy>㈜알앤디메이커스</cp:lastModifiedBy>
  <cp:revision>1</cp:revision>
  <dcterms:created xsi:type="dcterms:W3CDTF">2026-10-09T08:06:32Z</dcterms:created>
  <dcterms:modified xsi:type="dcterms:W3CDTF">2026-10-09T08:06:32Z</dcterms:modified>
</cp:coreProperties>
</file>